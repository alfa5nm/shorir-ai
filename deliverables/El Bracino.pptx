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9745fc56c94501" /><Relationship Type="http://schemas.openxmlformats.org/officeDocument/2006/relationships/extended-properties" Target="/docProps/app.xml" Id="R4e992f1044be4cd4" /><Relationship Type="http://schemas.openxmlformats.org/officeDocument/2006/relationships/officeDocument" Target="/ppt/presentation.xml" Id="Rdbad3d1172eb4d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aa9c3ff75c4687"/>
  </p:sldMasterIdLst>
  <p:notesMasterIdLst>
    <p:notesMasterId xmlns:r="http://schemas.openxmlformats.org/officeDocument/2006/relationships" r:id="R8e0ca98dc2ef41c7"/>
  </p:notesMasterIdLst>
  <p:sldIdLst>
    <p:sldId xmlns:r="http://schemas.openxmlformats.org/officeDocument/2006/relationships" id="256" r:id="R678ee97100b14eb5"/>
    <p:sldId xmlns:r="http://schemas.openxmlformats.org/officeDocument/2006/relationships" id="257" r:id="Ra04ec3cfc9304988"/>
    <p:sldId xmlns:r="http://schemas.openxmlformats.org/officeDocument/2006/relationships" id="258" r:id="Ra65e02168a9f474f"/>
    <p:sldId xmlns:r="http://schemas.openxmlformats.org/officeDocument/2006/relationships" id="259" r:id="Rada5dfbc0cf742df"/>
    <p:sldId xmlns:r="http://schemas.openxmlformats.org/officeDocument/2006/relationships" id="260" r:id="R53c1a697b41d4315"/>
    <p:sldId xmlns:r="http://schemas.openxmlformats.org/officeDocument/2006/relationships" id="261" r:id="R7c66255262b04594"/>
    <p:sldId xmlns:r="http://schemas.openxmlformats.org/officeDocument/2006/relationships" id="262" r:id="R6afba09fbe5a4711"/>
    <p:sldId xmlns:r="http://schemas.openxmlformats.org/officeDocument/2006/relationships" id="263" r:id="R9075cb68ecf74e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4e63032db24e69" /><Relationship Type="http://schemas.openxmlformats.org/officeDocument/2006/relationships/slideMaster" Target="/ppt/slideMasters/slideMaster1.xml" Id="Rc4aa9c3ff75c4687" /><Relationship Type="http://schemas.openxmlformats.org/officeDocument/2006/relationships/notesMaster" Target="/ppt/notesMasters/notesMaster1.xml" Id="R8e0ca98dc2ef41c7" /><Relationship Type="http://schemas.openxmlformats.org/officeDocument/2006/relationships/presProps" Target="/ppt/presProps.xml" Id="R2169d9734ca9493d" /><Relationship Type="http://schemas.openxmlformats.org/officeDocument/2006/relationships/tableStyles" Target="/ppt/tableStyles.xml" Id="Rabff607aa3cd4abe" /><Relationship Type="http://schemas.openxmlformats.org/officeDocument/2006/relationships/slide" Target="/ppt/slides/slide1.xml" Id="R678ee97100b14eb5" /><Relationship Type="http://schemas.openxmlformats.org/officeDocument/2006/relationships/slide" Target="/ppt/slides/slide2.xml" Id="Ra04ec3cfc9304988" /><Relationship Type="http://schemas.openxmlformats.org/officeDocument/2006/relationships/slide" Target="/ppt/slides/slide3.xml" Id="Ra65e02168a9f474f" /><Relationship Type="http://schemas.openxmlformats.org/officeDocument/2006/relationships/slide" Target="/ppt/slides/slide4.xml" Id="Rada5dfbc0cf742df" /><Relationship Type="http://schemas.openxmlformats.org/officeDocument/2006/relationships/slide" Target="/ppt/slides/slide5.xml" Id="R53c1a697b41d4315" /><Relationship Type="http://schemas.openxmlformats.org/officeDocument/2006/relationships/slide" Target="/ppt/slides/slide6.xml" Id="R7c66255262b04594" /><Relationship Type="http://schemas.openxmlformats.org/officeDocument/2006/relationships/slide" Target="/ppt/slides/slide7.xml" Id="R6afba09fbe5a4711" /><Relationship Type="http://schemas.openxmlformats.org/officeDocument/2006/relationships/slide" Target="/ppt/slides/slide8.xml" Id="R9075cb68ecf74e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5caaeb506e46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297a81d8a94dd6" /><Relationship Type="http://schemas.openxmlformats.org/officeDocument/2006/relationships/notesMaster" Target="/ppt/notesMasters/notesMaster1.xml" Id="R4d3bc3d743d847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44544087264397" /><Relationship Type="http://schemas.openxmlformats.org/officeDocument/2006/relationships/notesMaster" Target="/ppt/notesMasters/notesMaster1.xml" Id="R864c4f3240f445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501c3844fd451b" /><Relationship Type="http://schemas.openxmlformats.org/officeDocument/2006/relationships/notesMaster" Target="/ppt/notesMasters/notesMaster1.xml" Id="R2b069f5de42b49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cc3d7b0b6e490b" /><Relationship Type="http://schemas.openxmlformats.org/officeDocument/2006/relationships/notesMaster" Target="/ppt/notesMasters/notesMaster1.xml" Id="R0c0ed126ac8c43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ada9952dd6435c" /><Relationship Type="http://schemas.openxmlformats.org/officeDocument/2006/relationships/notesMaster" Target="/ppt/notesMasters/notesMaster1.xml" Id="R86e5f52064444d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a83189572c4e41" /><Relationship Type="http://schemas.openxmlformats.org/officeDocument/2006/relationships/notesMaster" Target="/ppt/notesMasters/notesMaster1.xml" Id="Re3382c9ade5546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2ad29aab4e46a6" /><Relationship Type="http://schemas.openxmlformats.org/officeDocument/2006/relationships/notesMaster" Target="/ppt/notesMasters/notesMaster1.xml" Id="R4f225522d05f48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1ed8749f5249f7" /><Relationship Type="http://schemas.openxmlformats.org/officeDocument/2006/relationships/notesMaster" Target="/ppt/notesMasters/notesMaster1.xml" Id="R6f974a53dba748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a2c42319c45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7c5a2347a34b08" /><Relationship Type="http://schemas.openxmlformats.org/officeDocument/2006/relationships/slideLayout" Target="/ppt/slideLayouts/slideLayout1.xml" Id="Rd2c92399df6b4f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c92399df6b4f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fed3e3a4a428d" /><Relationship Type="http://schemas.openxmlformats.org/officeDocument/2006/relationships/image" Target="/ppt/media/image.png" Id="Rfd369d06408d4a46" /><Relationship Type="http://schemas.openxmlformats.org/officeDocument/2006/relationships/notesSlide" Target="/ppt/notesSlides/notesSlide1.xml" Id="R700098617c6c40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022b0f27c4ae7" /><Relationship Type="http://schemas.openxmlformats.org/officeDocument/2006/relationships/notesSlide" Target="/ppt/notesSlides/notesSlide2.xml" Id="R89fa7ca99ebd45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49c048e5a4357" /><Relationship Type="http://schemas.openxmlformats.org/officeDocument/2006/relationships/notesSlide" Target="/ppt/notesSlides/notesSlide3.xml" Id="Rc5a7312e280c49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591f2c71a4e1a" /><Relationship Type="http://schemas.openxmlformats.org/officeDocument/2006/relationships/image" Target="/ppt/media/image2.png" Id="Recf761995ce5460e" /><Relationship Type="http://schemas.openxmlformats.org/officeDocument/2006/relationships/notesSlide" Target="/ppt/notesSlides/notesSlide4.xml" Id="R5b05d06806df45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b4ed793f34126" /><Relationship Type="http://schemas.openxmlformats.org/officeDocument/2006/relationships/image" Target="/ppt/media/image3.png" Id="Rfa4d4310f9c64f7e" /><Relationship Type="http://schemas.openxmlformats.org/officeDocument/2006/relationships/notesSlide" Target="/ppt/notesSlides/notesSlide5.xml" Id="R8ab91d71ddb648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6bbd64e61430f" /><Relationship Type="http://schemas.openxmlformats.org/officeDocument/2006/relationships/notesSlide" Target="/ppt/notesSlides/notesSlide6.xml" Id="Rb9395795e60b4a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8de14d7b5416d" /><Relationship Type="http://schemas.openxmlformats.org/officeDocument/2006/relationships/image" Target="/ppt/media/image4.png" Id="R22607d4a15db4fa8" /><Relationship Type="http://schemas.openxmlformats.org/officeDocument/2006/relationships/image" Target="/ppt/media/image5.png" Id="Rb2c2c6ba4bb54f2f" /><Relationship Type="http://schemas.openxmlformats.org/officeDocument/2006/relationships/notesSlide" Target="/ppt/notesSlides/notesSlide7.xml" Id="R5313acc6f96e41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b3b898f4643cb" /><Relationship Type="http://schemas.openxmlformats.org/officeDocument/2006/relationships/notesSlide" Target="/ppt/notesSlides/notesSlide8.xml" Id="R1e53d74589534b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5B690E-A07A-4989-AE81-A8EE5EE4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828"/>
                </a:solidFill>
              </a:defRPr>
            </a:pPr>
            <a:r>
              <a:rPr sz="510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FEC1E-E3AB-4141-9FB8-90EC06DA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4DA2"/>
                </a:solidFill>
              </a:defRPr>
            </a:pPr>
            <a:r>
              <a:rPr sz="1800" b="1">
                <a:solidFill>
                  <a:srgbClr val="0B4DA2"/>
                </a:solidFill>
              </a:rPr>
              <a:t>Movement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58663-06D3-48E6-ACE7-A5B00D73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57F"/>
                </a:solidFill>
              </a:defRPr>
            </a:pPr>
            <a:r>
              <a:rPr sz="1800" b="0">
                <a:solidFill>
                  <a:srgbClr val="53657F"/>
                </a:solidFill>
              </a:rPr>
              <a:t>A privacy-aware fitness assistant for strict pose coaching, Bangladeshi diet planning, calorie review, and progress tracking.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1AE14-DA08-46D8-8795-D2197DFE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42950"/>
            <a:ext cx="4810125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69d06408d4a46"/>
          <a:srcRect xmlns:a="http://schemas.openxmlformats.org/drawingml/2006/main" l="12678" t="0" r="126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933450"/>
            <a:ext cx="4429125" cy="37909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E4AE6-D2FB-4973-A2F7-D8C5C1EE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3657F"/>
                </a:solidFill>
              </a:defRPr>
            </a:pPr>
            <a:r>
              <a:rPr sz="1350" b="1">
                <a:solidFill>
                  <a:srgbClr val="53657F"/>
                </a:solidFill>
              </a:rPr>
              <a:t>Mindsparks 26 CodeFront Challenge</a:t>
            </a:r>
          </a:p>
        </p:txBody>
      </p:sp>
    </p:spTree>
    <p:extLst>
      <p:ext uri="{BB962C8B-B14F-4D97-AF65-F5344CB8AC3E}">
        <p14:creationId xmlns:p14="http://schemas.microsoft.com/office/powerpoint/2010/main" val="1794714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D3EAEB-28B3-4E80-9A11-4AB02669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881D6-EBC4-400F-944C-470BFA01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D1CC7-0450-4AD5-AC36-A23AF749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FB97D-F03D-446B-964C-65E12B0F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Most fitness demos count movement, not correctness.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B6481-BB43-4EFE-8DFB-13E1B305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0B018-0BF4-4368-9CB9-32561BEF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Noisy camera landmarks can turn random movement into false reps.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65B0D-FF13-420F-8ACD-16510630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C6729-6CA4-406D-AF86-3D40076F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Generic meal plans ignore familiar local foods and serving patterns.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6EB7F-4073-4C20-84F9-9F42C3A7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8C3EB-4A09-47D0-95B0-5FB71B2D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First-time users need a guided path, not a wall of controls.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1A41B-1E0E-4B07-A7C1-B4719E01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85750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64C95-9676-48C7-BB3A-31B140A1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4DA2"/>
                </a:solidFill>
              </a:defRPr>
            </a:pPr>
            <a:r>
              <a:rPr sz="1650" b="1">
                <a:solidFill>
                  <a:srgbClr val="0B4DA2"/>
                </a:solidFill>
              </a:rPr>
              <a:t>Product goal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8D020-C2EC-455A-8FAB-641D37C5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Prefer strict, explainable guidance over easy but unreliable counting.</a:t>
            </a:r>
          </a:p>
        </p:txBody>
      </p:sp>
    </p:spTree>
    <p:extLst>
      <p:ext uri="{BB962C8B-B14F-4D97-AF65-F5344CB8AC3E}">
        <p14:creationId xmlns:p14="http://schemas.microsoft.com/office/powerpoint/2010/main" val="1842212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32BA12-EE54-4914-BB73-DF35687A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BF3D7-C6A6-4B83-A69B-0CFB5E2A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1C5E8-226E-4EFE-994A-BA84DA07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954B4-A490-4C0C-97F6-2EE501D5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One coordinated coaching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7ABC6-5FA2-47C3-90AB-311604D6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266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E3BD8-9801-46F0-B905-52C91A9D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FDB"/>
                </a:solidFill>
              </a:defRPr>
            </a:pPr>
            <a:r>
              <a:rPr sz="1800" b="1">
                <a:solidFill>
                  <a:srgbClr val="1D6F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9362C-7E21-4647-8319-7259EC51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AAEFB-54FF-414A-BEFA-C38936E6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33625"/>
            <a:ext cx="2266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AC4C0-4B90-4246-BDD4-7E0AA4EA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FDB"/>
                </a:solidFill>
              </a:defRPr>
            </a:pPr>
            <a:r>
              <a:rPr sz="1800" b="1">
                <a:solidFill>
                  <a:srgbClr val="1D6FD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75823-57AB-496E-836F-F3207814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28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Coach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91229-8DA7-47D0-8BDD-15BB3914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2266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BB564-B233-4D86-B523-B8808DE5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FDB"/>
                </a:solidFill>
              </a:defRPr>
            </a:pPr>
            <a:r>
              <a:rPr sz="1800" b="1">
                <a:solidFill>
                  <a:srgbClr val="1D6F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F032F-FABD-4238-9F3C-100699E2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Nutrition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87802-6AB9-4072-87FC-E0B3700E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33625"/>
            <a:ext cx="2266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C7DE8-E346-4B75-A430-16368CE8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FDB"/>
                </a:solidFill>
              </a:defRPr>
            </a:pPr>
            <a:r>
              <a:rPr sz="1800" b="1">
                <a:solidFill>
                  <a:srgbClr val="1D6FDB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AFABD-06CB-4698-A3BE-40014448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FDF00-A7AD-4133-9A04-49E929F3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57F"/>
                </a:solidFill>
              </a:defRPr>
            </a:pPr>
            <a:r>
              <a:rPr sz="1800" b="0">
                <a:solidFill>
                  <a:srgbClr val="53657F"/>
                </a:solidFill>
              </a:rPr>
              <a:t>The refreshed UI keeps the next useful action visible while moving secondary detail into tabs and guided demo surfaces.</a:t>
            </a:r>
          </a:p>
        </p:txBody>
      </p:sp>
    </p:spTree>
    <p:extLst>
      <p:ext uri="{BB962C8B-B14F-4D97-AF65-F5344CB8AC3E}">
        <p14:creationId xmlns:p14="http://schemas.microsoft.com/office/powerpoint/2010/main" val="650771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29CCF8-F9B1-4638-8031-255B6D75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8D886-E906-4748-AFCA-3BE02A43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UI refresh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5F677-00FB-453C-8224-33D76A52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9258F-52FF-41F9-9997-F27330E3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A calmer first viewport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4DAA4-9C28-4435-A038-3CA69B93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3714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57F"/>
                </a:solidFill>
              </a:defRPr>
            </a:pPr>
            <a:r>
              <a:rPr sz="1650" b="0">
                <a:solidFill>
                  <a:srgbClr val="53657F"/>
                </a:solidFill>
              </a:rPr>
              <a:t>The coach screen now has a compact intro, a dominant camera stage, a slim live readout rail, and hidden secondary tabs.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761995ce5460e"/>
          <a:srcRect xmlns:a="http://schemas.openxmlformats.org/drawingml/2006/main" l="0" t="13" r="0" b="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066800"/>
            <a:ext cx="659130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</p:spTree>
    <p:extLst>
      <p:ext uri="{BB962C8B-B14F-4D97-AF65-F5344CB8AC3E}">
        <p14:creationId xmlns:p14="http://schemas.microsoft.com/office/powerpoint/2010/main" val="2067273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B6EB19-C7A8-4F6F-8725-10DC9DF3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3E5C7-2456-4ED8-B0FE-1D3BCEEC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Demo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3A97A-ED53-4CF9-B1D5-B5D90950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AE442-D1EA-4F31-8CE7-0F58D0D7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</a:defRPr>
            </a:pPr>
            <a:r>
              <a:rPr sz="3150" b="1">
                <a:solidFill>
                  <a:srgbClr val="101828"/>
                </a:solidFill>
              </a:rPr>
              <a:t>Guide it like a product tour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d4310f9c64f7e"/>
          <a:srcRect xmlns:a="http://schemas.openxmlformats.org/drawingml/2006/main" l="0" t="145" r="0" b="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047750"/>
            <a:ext cx="642937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D46D7-9846-4348-B389-71E8F527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018AB-03D0-431B-BB41-00539F1F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Auto-play through real app frames with focal highlights.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08DCD-4517-4D52-B263-CEABBE9B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C23DB-EFB9-4D2A-A4FB-4C0DED5D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Use cursor motion and captions to point out the 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BFDD7-2A5E-4A99-A0FF-13CD8B6E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3AA01-AC0E-49E5-811B-74050769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Pause on Pose Coach for the strict-rep explanation.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1B02B-DDA3-4F0B-AC60-55765932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8CBFA-F10D-470A-A37A-F4D64A2B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Open a live route only when judges want deeper inspection.</a:t>
            </a:r>
          </a:p>
        </p:txBody>
      </p:sp>
    </p:spTree>
    <p:extLst>
      <p:ext uri="{BB962C8B-B14F-4D97-AF65-F5344CB8AC3E}">
        <p14:creationId xmlns:p14="http://schemas.microsoft.com/office/powerpoint/2010/main" val="1112444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F24081-0F01-4F52-B19F-85F32657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20166-A3F7-4313-A2B8-C56341AD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Pose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44798-56CF-4B36-8B7B-3C4F167A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6BF59-027C-4F95-9F95-4CC33E17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Strict reps over flattering reps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67CB3-4E03-4374-9E99-8BE7A672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0113F-66D0-4AD0-BC52-2DCE38BF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Confidence gate checks required landmarks before rep logic runs.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0A1F9-DABF-4362-A441-9A960CEF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15624-CA36-46EE-9C6F-3C2D7FEE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Temporal state machine requires top, controlled descent, confirmed depth, ascent, and stable lockout.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EA474-9821-4E96-A53D-AE10ED81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15100-ECE0-48A8-AFF1-22CCDFFD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Bad distance, jitter, side switching, and incomplete depth pause the count.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3A924-FC17-4A5D-AFDC-AEEFDDC6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285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8946C-7578-4630-9540-57652EA2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4DA2"/>
                </a:solidFill>
              </a:defRPr>
            </a:pPr>
            <a:r>
              <a:rPr sz="1650" b="1">
                <a:solidFill>
                  <a:srgbClr val="0B4DA2"/>
                </a:solidFill>
              </a:rPr>
              <a:t>Acceptance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3BB6D-A7D2-466F-A67D-6468C62B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</a:defRPr>
            </a:pPr>
            <a:r>
              <a:rPr sz="1800" b="1">
                <a:solidFill>
                  <a:srgbClr val="101828"/>
                </a:solidFill>
              </a:rPr>
              <a:t>5 valid reps count as 5. Waving, partial crouches, and camera movement count as 0.</a:t>
            </a:r>
          </a:p>
        </p:txBody>
      </p:sp>
    </p:spTree>
    <p:extLst>
      <p:ext uri="{BB962C8B-B14F-4D97-AF65-F5344CB8AC3E}">
        <p14:creationId xmlns:p14="http://schemas.microsoft.com/office/powerpoint/2010/main" val="1825868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C737C2-BBEB-43A8-8EEB-69EAC12E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B4B86-E8E0-4DB6-8FC7-E4E7D541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Nutrition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BC8E0-F2B6-46CD-A0F9-1213C69B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1D7F1-51F6-41C6-BB5E-03FED236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Food planning and calorie review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07d4a15db4fa8"/>
          <a:srcRect xmlns:a="http://schemas.openxmlformats.org/drawingml/2006/main" l="0" t="334" r="0" b="3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952625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2c6ba4bb54f2f"/>
          <a:srcRect xmlns:a="http://schemas.openxmlformats.org/drawingml/2006/main" l="0" t="334" r="0" b="3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1952625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1DF34-C1DC-4A78-AB1A-0E5FD7AC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57F"/>
                </a:solidFill>
              </a:defRPr>
            </a:pPr>
            <a:r>
              <a:rPr sz="1650" b="0">
                <a:solidFill>
                  <a:srgbClr val="53657F"/>
                </a:solidFill>
              </a:rPr>
              <a:t>Local meal examples plus cautious AI food estimates keep the product useful beyond the workout camera.</a:t>
            </a:r>
          </a:p>
        </p:txBody>
      </p:sp>
    </p:spTree>
    <p:extLst>
      <p:ext uri="{BB962C8B-B14F-4D97-AF65-F5344CB8AC3E}">
        <p14:creationId xmlns:p14="http://schemas.microsoft.com/office/powerpoint/2010/main" val="3894127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C33F8-55A6-4007-A7E4-8A1EAE98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SHORIR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974BB-6FD1-42D4-9CB1-8D28542A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57F"/>
                </a:solidFill>
              </a:defRPr>
            </a:pPr>
            <a:r>
              <a:rPr sz="975" b="0">
                <a:solidFill>
                  <a:srgbClr val="53657F"/>
                </a:solidFill>
              </a:rPr>
              <a:t>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ECBEE-68B9-494E-9A64-45EF0DEA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F3"/>
          </a:solidFill>
          <a:ln xmlns:a="http://schemas.openxmlformats.org/drawingml/2006/main" w="0">
            <a:solidFill>
              <a:srgbClr val="D7E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51648-020B-4D54-BC25-3C5AC316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8"/>
                </a:solidFill>
              </a:defRPr>
            </a:pPr>
            <a:r>
              <a:rPr sz="3300" b="1">
                <a:solidFill>
                  <a:srgbClr val="101828"/>
                </a:solidFill>
              </a:rPr>
              <a:t>Submission package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5CD6D-E922-4B32-B79B-93FFDE89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C19A8-CFB2-4521-8741-5E4F61AE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Live website URL: shorir-ai-production.up.railway.app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3A306-0050-47F7-9786-C9F9FDFB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5E560-34AE-4E46-AC29-48FA99BC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Demo route and MP4 walkthrough generated from live UI frames.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88F80-83AF-42BE-AF05-EAFFAB4B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EA4AE-434D-46B9-8878-82CFDD37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Project presentation and technical report regenerated from the same sequence.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89597-665B-420C-8539-015BA49A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DB"/>
          </a:solidFill>
          <a:ln xmlns:a="http://schemas.openxmlformats.org/drawingml/2006/main" w="0">
            <a:solidFill>
              <a:srgbClr val="1D6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C0607-24F2-40D7-B357-0AFC2479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</a:defRPr>
            </a:pPr>
            <a:r>
              <a:rPr sz="1500" b="0">
                <a:solidFill>
                  <a:srgbClr val="101828"/>
                </a:solidFill>
              </a:rPr>
              <a:t>Complete source ZIP packaged from the current committed workspace.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2B51D-EEAB-4D3D-9D0D-7540269E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1E932-3AD8-4B4A-9447-133DB976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9A35A"/>
                </a:solidFill>
              </a:defRPr>
            </a:pPr>
            <a:r>
              <a:rPr sz="2550" b="1">
                <a:solidFill>
                  <a:srgbClr val="29A35A"/>
                </a:solidFill>
              </a:rPr>
              <a:t>READY</a:t>
            </a:r>
          </a:p>
        </p:txBody>
      </p:sp>
    </p:spTree>
    <p:extLst>
      <p:ext uri="{BB962C8B-B14F-4D97-AF65-F5344CB8AC3E}">
        <p14:creationId xmlns:p14="http://schemas.microsoft.com/office/powerpoint/2010/main" val="1136490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2026-06-26T07:35:55.9230000Z</dcterms:created>
  <dcterms:modified xsi:type="dcterms:W3CDTF">2026-06-26T07:35:55.9230000Z</dcterms:modified>
</coreProperties>
</file>