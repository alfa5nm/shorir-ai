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1b9f5bbd1a34c41" /><Relationship Type="http://schemas.openxmlformats.org/officeDocument/2006/relationships/extended-properties" Target="/docProps/app.xml" Id="R4a5470ecf8e345bd" /><Relationship Type="http://schemas.openxmlformats.org/officeDocument/2006/relationships/officeDocument" Target="/ppt/presentation.xml" Id="Re388efe9cc58419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a44d3452e54995"/>
  </p:sldMasterIdLst>
  <p:notesMasterIdLst>
    <p:notesMasterId xmlns:r="http://schemas.openxmlformats.org/officeDocument/2006/relationships" r:id="Rac7b705bc0fe40b0"/>
  </p:notesMasterIdLst>
  <p:sldIdLst>
    <p:sldId xmlns:r="http://schemas.openxmlformats.org/officeDocument/2006/relationships" id="256" r:id="R48484a3eb36a496a"/>
    <p:sldId xmlns:r="http://schemas.openxmlformats.org/officeDocument/2006/relationships" id="257" r:id="Rc7c696212e94406c"/>
    <p:sldId xmlns:r="http://schemas.openxmlformats.org/officeDocument/2006/relationships" id="258" r:id="R0291c5e5788d4e5a"/>
    <p:sldId xmlns:r="http://schemas.openxmlformats.org/officeDocument/2006/relationships" id="259" r:id="R855933dc3c0a4b70"/>
    <p:sldId xmlns:r="http://schemas.openxmlformats.org/officeDocument/2006/relationships" id="260" r:id="R00b7f3f944ac4bfb"/>
    <p:sldId xmlns:r="http://schemas.openxmlformats.org/officeDocument/2006/relationships" id="261" r:id="R6d0bda3c58894f96"/>
    <p:sldId xmlns:r="http://schemas.openxmlformats.org/officeDocument/2006/relationships" id="262" r:id="Rbd0ed8e2225f4c38"/>
    <p:sldId xmlns:r="http://schemas.openxmlformats.org/officeDocument/2006/relationships" id="263" r:id="Rcf1ee6fff958435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1547c2c690743aa" /><Relationship Type="http://schemas.openxmlformats.org/officeDocument/2006/relationships/slideMaster" Target="/ppt/slideMasters/slideMaster1.xml" Id="R06a44d3452e54995" /><Relationship Type="http://schemas.openxmlformats.org/officeDocument/2006/relationships/notesMaster" Target="/ppt/notesMasters/notesMaster1.xml" Id="Rac7b705bc0fe40b0" /><Relationship Type="http://schemas.openxmlformats.org/officeDocument/2006/relationships/presProps" Target="/ppt/presProps.xml" Id="Rd93cddce00504a2e" /><Relationship Type="http://schemas.openxmlformats.org/officeDocument/2006/relationships/tableStyles" Target="/ppt/tableStyles.xml" Id="Rcc7710a3252a4388" /><Relationship Type="http://schemas.openxmlformats.org/officeDocument/2006/relationships/slide" Target="/ppt/slides/slide1.xml" Id="R48484a3eb36a496a" /><Relationship Type="http://schemas.openxmlformats.org/officeDocument/2006/relationships/slide" Target="/ppt/slides/slide2.xml" Id="Rc7c696212e94406c" /><Relationship Type="http://schemas.openxmlformats.org/officeDocument/2006/relationships/slide" Target="/ppt/slides/slide3.xml" Id="R0291c5e5788d4e5a" /><Relationship Type="http://schemas.openxmlformats.org/officeDocument/2006/relationships/slide" Target="/ppt/slides/slide4.xml" Id="R855933dc3c0a4b70" /><Relationship Type="http://schemas.openxmlformats.org/officeDocument/2006/relationships/slide" Target="/ppt/slides/slide5.xml" Id="R00b7f3f944ac4bfb" /><Relationship Type="http://schemas.openxmlformats.org/officeDocument/2006/relationships/slide" Target="/ppt/slides/slide6.xml" Id="R6d0bda3c58894f96" /><Relationship Type="http://schemas.openxmlformats.org/officeDocument/2006/relationships/slide" Target="/ppt/slides/slide7.xml" Id="Rbd0ed8e2225f4c38" /><Relationship Type="http://schemas.openxmlformats.org/officeDocument/2006/relationships/slide" Target="/ppt/slides/slide8.xml" Id="Rcf1ee6fff95843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5dfffec94cc446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ac05b022c434691" /><Relationship Type="http://schemas.openxmlformats.org/officeDocument/2006/relationships/notesMaster" Target="/ppt/notesMasters/notesMaster1.xml" Id="Rf2975a287ce445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0a3127d92204343" /><Relationship Type="http://schemas.openxmlformats.org/officeDocument/2006/relationships/notesMaster" Target="/ppt/notesMasters/notesMaster1.xml" Id="R45f1cfa1f65f47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7f2e73093f44dd3" /><Relationship Type="http://schemas.openxmlformats.org/officeDocument/2006/relationships/notesMaster" Target="/ppt/notesMasters/notesMaster1.xml" Id="Rbde931c6cdab4bd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c70abe37827431e" /><Relationship Type="http://schemas.openxmlformats.org/officeDocument/2006/relationships/notesMaster" Target="/ppt/notesMasters/notesMaster1.xml" Id="R67d088283b624e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274b27581024a02" /><Relationship Type="http://schemas.openxmlformats.org/officeDocument/2006/relationships/notesMaster" Target="/ppt/notesMasters/notesMaster1.xml" Id="Rcd39c3ef2574431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145e8b773b74bb3" /><Relationship Type="http://schemas.openxmlformats.org/officeDocument/2006/relationships/notesMaster" Target="/ppt/notesMasters/notesMaster1.xml" Id="R9eb176a81e7c4f6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7666f5f6a294cbb" /><Relationship Type="http://schemas.openxmlformats.org/officeDocument/2006/relationships/notesMaster" Target="/ppt/notesMasters/notesMaster1.xml" Id="R986870af7076450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2abd4cc83444233" /><Relationship Type="http://schemas.openxmlformats.org/officeDocument/2006/relationships/notesMaster" Target="/ppt/notesMasters/notesMaster1.xml" Id="R2bbb6b961fb84c2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695930dfe0445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4e66fe6eb034940" /><Relationship Type="http://schemas.openxmlformats.org/officeDocument/2006/relationships/slideLayout" Target="/ppt/slideLayouts/slideLayout1.xml" Id="Rc918627e2bc742d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18627e2bc742d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269dc8d7b34e34" /><Relationship Type="http://schemas.openxmlformats.org/officeDocument/2006/relationships/image" Target="/ppt/media/image.png" Id="Re1925ff221324acf" /><Relationship Type="http://schemas.openxmlformats.org/officeDocument/2006/relationships/notesSlide" Target="/ppt/notesSlides/notesSlide1.xml" Id="R0a97733fb60742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5c191e25dd4aa0" /><Relationship Type="http://schemas.openxmlformats.org/officeDocument/2006/relationships/notesSlide" Target="/ppt/notesSlides/notesSlide2.xml" Id="Rbfa84a375b5b4c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d49f880d324f0b" /><Relationship Type="http://schemas.openxmlformats.org/officeDocument/2006/relationships/notesSlide" Target="/ppt/notesSlides/notesSlide3.xml" Id="Rd8fea7d55508413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4106fb3e2341f6" /><Relationship Type="http://schemas.openxmlformats.org/officeDocument/2006/relationships/image" Target="/ppt/media/image2.png" Id="R3c5cec4f5a524cb2" /><Relationship Type="http://schemas.openxmlformats.org/officeDocument/2006/relationships/notesSlide" Target="/ppt/notesSlides/notesSlide4.xml" Id="Rebb6b3141eee42a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bf702e4b7b4442" /><Relationship Type="http://schemas.openxmlformats.org/officeDocument/2006/relationships/image" Target="/ppt/media/image3.png" Id="R4f0c26c3e6db4168" /><Relationship Type="http://schemas.openxmlformats.org/officeDocument/2006/relationships/notesSlide" Target="/ppt/notesSlides/notesSlide5.xml" Id="Ra62d8fc7c3e042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33c3eae974810" /><Relationship Type="http://schemas.openxmlformats.org/officeDocument/2006/relationships/notesSlide" Target="/ppt/notesSlides/notesSlide6.xml" Id="Re44eadec3cdf4ec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781cc3b84347a3" /><Relationship Type="http://schemas.openxmlformats.org/officeDocument/2006/relationships/image" Target="/ppt/media/image4.png" Id="Ra4120dbf3fdb4534" /><Relationship Type="http://schemas.openxmlformats.org/officeDocument/2006/relationships/image" Target="/ppt/media/image5.png" Id="R004a0b33c70d4b4e" /><Relationship Type="http://schemas.openxmlformats.org/officeDocument/2006/relationships/notesSlide" Target="/ppt/notesSlides/notesSlide7.xml" Id="R4a85e74b84fd47a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4261cbb5b4491f" /><Relationship Type="http://schemas.openxmlformats.org/officeDocument/2006/relationships/notesSlide" Target="/ppt/notesSlides/notesSlide8.xml" Id="Raaaad4d2d2994bf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E01367-A256-41C1-A81E-24AA8DC2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5334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01828"/>
                </a:solidFill>
              </a:defRPr>
            </a:pPr>
            <a:r>
              <a:rPr sz="510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00ED2E-53F8-4081-A3ED-8BE06614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4DA2"/>
                </a:solidFill>
              </a:defRPr>
            </a:pPr>
            <a:r>
              <a:rPr sz="1800" b="1">
                <a:solidFill>
                  <a:srgbClr val="0B4DA2"/>
                </a:solidFill>
              </a:rPr>
              <a:t>Movement Intelligence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7B107C-ADF1-46B6-8670-74B5FA0C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4953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3657F"/>
                </a:solidFill>
              </a:defRPr>
            </a:pPr>
            <a:r>
              <a:rPr sz="1800" b="0">
                <a:solidFill>
                  <a:srgbClr val="53657F"/>
                </a:solidFill>
              </a:rPr>
              <a:t>A privacy-aware fitness assistant for strict pose coaching, Bangladeshi diet planning, calorie review, and progress tracking.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BB137-A13C-46B5-BD65-9639822C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742950"/>
            <a:ext cx="4810125" cy="41719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925ff221324acf"/>
          <a:srcRect xmlns:a="http://schemas.openxmlformats.org/drawingml/2006/main" l="12678" t="0" r="1267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2750" y="933450"/>
            <a:ext cx="4429125" cy="3790950"/>
          </a:xfrm>
          <a:prstGeom xmlns:a="http://schemas.openxmlformats.org/drawingml/2006/main" prst="roundRect">
            <a:avLst>
              <a:gd name="adj" fmla="val 3015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9AC76E-0D33-4A86-ADF4-0F8C1141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3657F"/>
                </a:solidFill>
              </a:defRPr>
            </a:pPr>
            <a:r>
              <a:rPr sz="1350" b="1">
                <a:solidFill>
                  <a:srgbClr val="53657F"/>
                </a:solidFill>
              </a:rPr>
              <a:t>Mindsparks 26 CodeFront Challenge</a:t>
            </a:r>
          </a:p>
        </p:txBody>
      </p:sp>
    </p:spTree>
    <p:extLst>
      <p:ext uri="{BB962C8B-B14F-4D97-AF65-F5344CB8AC3E}">
        <p14:creationId xmlns:p14="http://schemas.microsoft.com/office/powerpoint/2010/main" val="9061947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0B1EC4-F44C-4751-A26D-6C4A50CFC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4D3C8B-2699-415E-B50B-6415F795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57F"/>
                </a:solidFill>
              </a:defRPr>
            </a:pPr>
            <a:r>
              <a:rPr sz="975" b="0">
                <a:solidFill>
                  <a:srgbClr val="53657F"/>
                </a:solidFill>
              </a:rPr>
              <a:t>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CD1B04-9DCF-4BC5-97CE-BCC3317F4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3F3"/>
          </a:solidFill>
          <a:ln xmlns:a="http://schemas.openxmlformats.org/drawingml/2006/main" w="0">
            <a:solidFill>
              <a:srgbClr val="D7E3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630F4B-7AC7-4351-9A2A-C0521D38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23950"/>
            <a:ext cx="781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828"/>
                </a:solidFill>
              </a:defRPr>
            </a:pPr>
            <a:r>
              <a:rPr sz="3450" b="1">
                <a:solidFill>
                  <a:srgbClr val="101828"/>
                </a:solidFill>
              </a:rPr>
              <a:t>Most fitness demos count movement, not correctness.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168F10-7BEA-4426-A062-2C738A08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B706C7-FC8F-452F-A5EC-E7346AFE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Noisy camera landmarks can turn random movement into false reps.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D3C061-0D86-4D38-BD44-03C68DCC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300499-2CD7-4E29-86D5-89DC45C45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Generic meal plans ignore familiar local foods and serving patterns.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0F8DDD-C518-44DA-AE9D-AEAB1BE03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ADE638-DD39-406D-9D48-D1355AA8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814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First-time users need a guided path, not a wall of controls.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DFFF14-7928-42A3-A8E8-0DAFD871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2857500" cy="3333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CE6259-7AB1-4DCA-BC86-612A48EF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00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4DA2"/>
                </a:solidFill>
              </a:defRPr>
            </a:pPr>
            <a:r>
              <a:rPr sz="1650" b="1">
                <a:solidFill>
                  <a:srgbClr val="0B4DA2"/>
                </a:solidFill>
              </a:rPr>
              <a:t>Product goal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F40EE2-14D4-4481-96AE-FD71DE0B2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52700"/>
            <a:ext cx="219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Prefer strict, explainable guidance over easy but unreliable counting.</a:t>
            </a:r>
          </a:p>
        </p:txBody>
      </p:sp>
    </p:spTree>
    <p:extLst>
      <p:ext uri="{BB962C8B-B14F-4D97-AF65-F5344CB8AC3E}">
        <p14:creationId xmlns:p14="http://schemas.microsoft.com/office/powerpoint/2010/main" val="16226494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88C220-7BF3-45B4-AF89-3BE5D5EB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C4F286-4DDE-4E8A-9A36-90C8A39A2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57F"/>
                </a:solidFill>
              </a:defRPr>
            </a:pPr>
            <a:r>
              <a:rPr sz="975" b="0">
                <a:solidFill>
                  <a:srgbClr val="53657F"/>
                </a:solidFill>
              </a:rPr>
              <a:t>Solution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B269BD-4B05-43CF-85D8-A1C209C9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3F3"/>
          </a:solidFill>
          <a:ln xmlns:a="http://schemas.openxmlformats.org/drawingml/2006/main" w="0">
            <a:solidFill>
              <a:srgbClr val="D7E3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25D34F-1986-4E92-AC49-519C6219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23950"/>
            <a:ext cx="609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828"/>
                </a:solidFill>
              </a:defRPr>
            </a:pPr>
            <a:r>
              <a:rPr sz="3450" b="1">
                <a:solidFill>
                  <a:srgbClr val="101828"/>
                </a:solidFill>
              </a:rPr>
              <a:t>One coordinated coaching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DC26E0-C3E8-4562-810B-1B45E516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22669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F09C30-7FBB-4457-9EB8-10C98C673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6FDB"/>
                </a:solidFill>
              </a:defRPr>
            </a:pPr>
            <a:r>
              <a:rPr sz="1800" b="1">
                <a:solidFill>
                  <a:srgbClr val="1D6FDB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B28240-C55D-4CFA-9885-B95C2FA5C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1828"/>
                </a:solidFill>
              </a:defRPr>
            </a:pPr>
            <a:r>
              <a:rPr sz="2100" b="1">
                <a:solidFill>
                  <a:srgbClr val="101828"/>
                </a:solidFill>
              </a:rPr>
              <a:t>Profile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B7E37D-2B30-46A3-A455-E052AD66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33625"/>
            <a:ext cx="22669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BCF881-762C-4B7A-B458-55511B275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527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6FDB"/>
                </a:solidFill>
              </a:defRPr>
            </a:pPr>
            <a:r>
              <a:rPr sz="1800" b="1">
                <a:solidFill>
                  <a:srgbClr val="1D6FDB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17D029-50A7-4C90-AA66-5089C6FF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289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1828"/>
                </a:solidFill>
              </a:defRPr>
            </a:pPr>
            <a:r>
              <a:rPr sz="2100" b="1">
                <a:solidFill>
                  <a:srgbClr val="101828"/>
                </a:solidFill>
              </a:rPr>
              <a:t>Coach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E122BB-409B-4F93-937E-6A45A7E11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33625"/>
            <a:ext cx="22669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77731B-266B-4C7E-BA14-D99A1CCA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527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6FDB"/>
                </a:solidFill>
              </a:defRPr>
            </a:pPr>
            <a:r>
              <a:rPr sz="1800" b="1">
                <a:solidFill>
                  <a:srgbClr val="1D6FDB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9E0165-906C-44AE-9259-3841EC7B5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289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1828"/>
                </a:solidFill>
              </a:defRPr>
            </a:pPr>
            <a:r>
              <a:rPr sz="2100" b="1">
                <a:solidFill>
                  <a:srgbClr val="101828"/>
                </a:solidFill>
              </a:rPr>
              <a:t>Nutrition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4BF41D-216E-467C-A846-B8D605D1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333625"/>
            <a:ext cx="22669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135D47-FC69-4B61-90FA-4F2AA889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527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6FDB"/>
                </a:solidFill>
              </a:defRPr>
            </a:pPr>
            <a:r>
              <a:rPr sz="1800" b="1">
                <a:solidFill>
                  <a:srgbClr val="1D6FDB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2D78BB-37AB-47D1-AC37-75DEDCB1B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289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1828"/>
                </a:solidFill>
              </a:defRPr>
            </a:pPr>
            <a:r>
              <a:rPr sz="2100" b="1">
                <a:solidFill>
                  <a:srgbClr val="101828"/>
                </a:solidFill>
              </a:rPr>
              <a:t>Progress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BE6304-6F49-46E8-93BD-8E8E3B18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05375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3657F"/>
                </a:solidFill>
              </a:defRPr>
            </a:pPr>
            <a:r>
              <a:rPr sz="1800" b="0">
                <a:solidFill>
                  <a:srgbClr val="53657F"/>
                </a:solidFill>
              </a:rPr>
              <a:t>The refreshed UI keeps the next useful action visible while moving secondary detail into tabs and guided demo surfaces.</a:t>
            </a:r>
          </a:p>
        </p:txBody>
      </p:sp>
    </p:spTree>
    <p:extLst>
      <p:ext uri="{BB962C8B-B14F-4D97-AF65-F5344CB8AC3E}">
        <p14:creationId xmlns:p14="http://schemas.microsoft.com/office/powerpoint/2010/main" val="4583638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AD47E6-1F2C-44DE-AEC0-8B0580D82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E1EE9A-4DA0-4649-AE84-636DD89D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57F"/>
                </a:solidFill>
              </a:defRPr>
            </a:pPr>
            <a:r>
              <a:rPr sz="975" b="0">
                <a:solidFill>
                  <a:srgbClr val="53657F"/>
                </a:solidFill>
              </a:rPr>
              <a:t>UI refresh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2E2416-8E3F-40A9-A02E-108CFD14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3F3"/>
          </a:solidFill>
          <a:ln xmlns:a="http://schemas.openxmlformats.org/drawingml/2006/main" w="0">
            <a:solidFill>
              <a:srgbClr val="D7E3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844C12-91F3-40A4-9771-C23EEA6A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438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8"/>
                </a:solidFill>
              </a:defRPr>
            </a:pPr>
            <a:r>
              <a:rPr sz="3300" b="1">
                <a:solidFill>
                  <a:srgbClr val="101828"/>
                </a:solidFill>
              </a:rPr>
              <a:t>A calmer first viewport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824491-C899-4546-806B-1954753A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52600"/>
            <a:ext cx="37147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3657F"/>
                </a:solidFill>
              </a:defRPr>
            </a:pPr>
            <a:r>
              <a:rPr sz="1650" b="0">
                <a:solidFill>
                  <a:srgbClr val="53657F"/>
                </a:solidFill>
              </a:rPr>
              <a:t>The coach screen now has a compact intro, a dominant camera stage, a slim live readout rail, and hidden secondary tabs.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5cec4f5a524cb2"/>
          <a:srcRect xmlns:a="http://schemas.openxmlformats.org/drawingml/2006/main" l="0" t="13" r="0" b="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1066800"/>
            <a:ext cx="6591300" cy="4210050"/>
          </a:xfrm>
          <a:prstGeom xmlns:a="http://schemas.openxmlformats.org/drawingml/2006/main" prst="roundRect">
            <a:avLst>
              <a:gd name="adj" fmla="val 2715"/>
            </a:avLst>
          </a:prstGeom>
        </p:spPr>
      </p:pic>
    </p:spTree>
    <p:extLst>
      <p:ext uri="{BB962C8B-B14F-4D97-AF65-F5344CB8AC3E}">
        <p14:creationId xmlns:p14="http://schemas.microsoft.com/office/powerpoint/2010/main" val="16662085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5BFDC8-A1BC-4A0A-952F-A6C8C997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9D04C2-61B7-4011-BF24-52F3EA3D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57F"/>
                </a:solidFill>
              </a:defRPr>
            </a:pPr>
            <a:r>
              <a:rPr sz="975" b="0">
                <a:solidFill>
                  <a:srgbClr val="53657F"/>
                </a:solidFill>
              </a:rPr>
              <a:t>Demo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6729FC-ECD5-4C14-B13F-16219F3FE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3F3"/>
          </a:solidFill>
          <a:ln xmlns:a="http://schemas.openxmlformats.org/drawingml/2006/main" w="0">
            <a:solidFill>
              <a:srgbClr val="D7E3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4224CB-6AB9-4932-BF80-05121D52D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5143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828"/>
                </a:solidFill>
              </a:defRPr>
            </a:pPr>
            <a:r>
              <a:rPr sz="3150" b="1">
                <a:solidFill>
                  <a:srgbClr val="101828"/>
                </a:solidFill>
              </a:rPr>
              <a:t>Guide it like a product tour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c26c3e6db4168"/>
          <a:srcRect xmlns:a="http://schemas.openxmlformats.org/drawingml/2006/main" l="0" t="145" r="0" b="1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53000" y="1047750"/>
            <a:ext cx="6429375" cy="4095750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CA5DB1-1294-4F24-8DAA-E130C08C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AFB8CB-7CB9-4ECF-84EF-1C217F00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Auto-play through real app frames with focal highlights.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36B3F8-AD00-4B9E-9250-17B9A59EB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56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A34389-60CA-413E-90E8-16C4B72E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Use cursor motion and captions to point out the story.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5D76BD-52FB-4691-82EB-7FD338E0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EFB354-25F8-46BE-9846-EC851D45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718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Pause on Pose Coach for the strict-rep explanation.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8DF633-11D1-4A4E-8CE9-E7A55A377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BD0979-3F35-4F2E-A958-6D0595E23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Open a live route only when judges want deeper inspection.</a:t>
            </a:r>
          </a:p>
        </p:txBody>
      </p:sp>
    </p:spTree>
    <p:extLst>
      <p:ext uri="{BB962C8B-B14F-4D97-AF65-F5344CB8AC3E}">
        <p14:creationId xmlns:p14="http://schemas.microsoft.com/office/powerpoint/2010/main" val="7727802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10CCD8-1214-496B-9EC4-EA99BE97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07081A-742D-4345-923E-AB3F17AD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57F"/>
                </a:solidFill>
              </a:defRPr>
            </a:pPr>
            <a:r>
              <a:rPr sz="975" b="0">
                <a:solidFill>
                  <a:srgbClr val="53657F"/>
                </a:solidFill>
              </a:rPr>
              <a:t>Pose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E0663A-ABEA-40BA-B9AA-A5908F326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3F3"/>
          </a:solidFill>
          <a:ln xmlns:a="http://schemas.openxmlformats.org/drawingml/2006/main" w="0">
            <a:solidFill>
              <a:srgbClr val="D7E3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B867D3-6D5C-46AF-86DA-406E74C7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8"/>
                </a:solidFill>
              </a:defRPr>
            </a:pPr>
            <a:r>
              <a:rPr sz="3300" b="1">
                <a:solidFill>
                  <a:srgbClr val="101828"/>
                </a:solidFill>
              </a:rPr>
              <a:t>Strict reps over flattering reps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C78A78-A43F-4E8F-86D9-008F4288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FDCA4E-BA72-4346-A9D1-B9B13D3D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Confidence gate checks required landmarks before rep logic runs.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DA0594-1FD9-42A1-908D-8E67F4D7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B647AB-4E22-4CCA-BAF4-ADD5905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Temporal state machine requires top, controlled descent, confirmed depth, ascent, and stable lockout.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924515-70CB-4D37-99A5-B63C9433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98261B-3F26-4514-BAFD-ACCF3EAD3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Bad distance, jitter, side switching, and incomplete depth pause the count.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91A57C-E818-4285-BECF-1B344B39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90700"/>
            <a:ext cx="2857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5859E5-F00F-4CFE-9C4F-1108BC65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4DA2"/>
                </a:solidFill>
              </a:defRPr>
            </a:pPr>
            <a:r>
              <a:rPr sz="1650" b="1">
                <a:solidFill>
                  <a:srgbClr val="0B4DA2"/>
                </a:solidFill>
              </a:rPr>
              <a:t>Acceptance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02E503-49B8-49FE-A862-FB220C61D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813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</a:defRPr>
            </a:pPr>
            <a:r>
              <a:rPr sz="1800" b="1">
                <a:solidFill>
                  <a:srgbClr val="101828"/>
                </a:solidFill>
              </a:rPr>
              <a:t>5 valid reps count as 5. Waving, partial crouches, and camera movement count as 0.</a:t>
            </a:r>
          </a:p>
        </p:txBody>
      </p:sp>
    </p:spTree>
    <p:extLst>
      <p:ext uri="{BB962C8B-B14F-4D97-AF65-F5344CB8AC3E}">
        <p14:creationId xmlns:p14="http://schemas.microsoft.com/office/powerpoint/2010/main" val="18807947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54891B-0C38-4B53-9F9F-8E4CB212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A995C1-6B81-47A1-96CD-B0A19A5B5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57F"/>
                </a:solidFill>
              </a:defRPr>
            </a:pPr>
            <a:r>
              <a:rPr sz="975" b="0">
                <a:solidFill>
                  <a:srgbClr val="53657F"/>
                </a:solidFill>
              </a:rPr>
              <a:t>Nutrition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737906-625A-49A9-91C8-68A66F20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3F3"/>
          </a:solidFill>
          <a:ln xmlns:a="http://schemas.openxmlformats.org/drawingml/2006/main" w="0">
            <a:solidFill>
              <a:srgbClr val="D7E3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9D5621-D198-4570-8EEC-B8DB4A38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590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8"/>
                </a:solidFill>
              </a:defRPr>
            </a:pPr>
            <a:r>
              <a:rPr sz="3300" b="1">
                <a:solidFill>
                  <a:srgbClr val="101828"/>
                </a:solidFill>
              </a:rPr>
              <a:t>Food planning and calorie review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20dbf3fdb4534"/>
          <a:srcRect xmlns:a="http://schemas.openxmlformats.org/drawingml/2006/main" l="0" t="334" r="0" b="3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" y="1952625"/>
            <a:ext cx="495300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4a0b33c70d4b4e"/>
          <a:srcRect xmlns:a="http://schemas.openxmlformats.org/drawingml/2006/main" l="0" t="334" r="0" b="3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0300" y="1952625"/>
            <a:ext cx="495300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FFA2FB-C488-4F0A-9D34-3620A1ED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3657F"/>
                </a:solidFill>
              </a:defRPr>
            </a:pPr>
            <a:r>
              <a:rPr sz="1650" b="0">
                <a:solidFill>
                  <a:srgbClr val="53657F"/>
                </a:solidFill>
              </a:rPr>
              <a:t>Local meal examples plus cautious AI food estimates keep the product useful beyond the workout camera.</a:t>
            </a:r>
          </a:p>
        </p:txBody>
      </p:sp>
    </p:spTree>
    <p:extLst>
      <p:ext uri="{BB962C8B-B14F-4D97-AF65-F5344CB8AC3E}">
        <p14:creationId xmlns:p14="http://schemas.microsoft.com/office/powerpoint/2010/main" val="19920942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0926F4-46A3-41F4-B6A9-C52F8F1C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AA5AE3-410B-4DCF-BB49-0D2C096E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57F"/>
                </a:solidFill>
              </a:defRPr>
            </a:pPr>
            <a:r>
              <a:rPr sz="975" b="0">
                <a:solidFill>
                  <a:srgbClr val="53657F"/>
                </a:solidFill>
              </a:rPr>
              <a:t>Delivery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85E347-C1FE-446B-A2F7-B01B1384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3F3"/>
          </a:solidFill>
          <a:ln xmlns:a="http://schemas.openxmlformats.org/drawingml/2006/main" w="0">
            <a:solidFill>
              <a:srgbClr val="D7E3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D28E4A-C3C6-4393-8C95-1B9430FF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8"/>
                </a:solidFill>
              </a:defRPr>
            </a:pPr>
            <a:r>
              <a:rPr sz="3300" b="1">
                <a:solidFill>
                  <a:srgbClr val="101828"/>
                </a:solidFill>
              </a:rPr>
              <a:t>Submission package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B9EF7F-B1FE-4C2D-8A39-91C75DC8C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A2338B-9F15-4C77-8BAF-4D34A9A8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1455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Live website URL: shorir-ai-production.up.railway.app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4FC067-FB94-4276-8550-D58BFF5E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06335B-9F4C-4A7E-89D0-81ED80A40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6700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Demo route and MP4 walkthrough generated from live UI frames.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78FC78-5EB9-4C13-8714-C886A3B4C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956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D9AD77-C0B5-4B41-87F0-B9C32C9A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Project presentation and technical report regenerated from the same sequence.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B73B5F-9212-48B7-9A81-2C3F9C517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A9BA01-1989-4FF9-A96A-70380EDC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7190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Complete source ZIP packaged from the current committed workspace.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F6E6E5-00A0-4F47-89BD-5FC737F2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20002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A3307C-9FF5-4580-8972-8375013BC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6220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9A35A"/>
                </a:solidFill>
              </a:defRPr>
            </a:pPr>
            <a:r>
              <a:rPr sz="2550" b="1">
                <a:solidFill>
                  <a:srgbClr val="29A35A"/>
                </a:solidFill>
              </a:rPr>
              <a:t>READY</a:t>
            </a:r>
          </a:p>
        </p:txBody>
      </p:sp>
    </p:spTree>
    <p:extLst>
      <p:ext uri="{BB962C8B-B14F-4D97-AF65-F5344CB8AC3E}">
        <p14:creationId xmlns:p14="http://schemas.microsoft.com/office/powerpoint/2010/main" val="14056142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2026-06-26T07:09:14.0640000Z</dcterms:created>
  <dcterms:modified xsi:type="dcterms:W3CDTF">2026-06-26T07:09:14.0640000Z</dcterms:modified>
</coreProperties>
</file>