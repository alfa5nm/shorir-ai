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5cbbf0c0534827" /><Relationship Type="http://schemas.openxmlformats.org/officeDocument/2006/relationships/extended-properties" Target="/docProps/app.xml" Id="R9a97598ffc064b79" /><Relationship Type="http://schemas.openxmlformats.org/officeDocument/2006/relationships/officeDocument" Target="/ppt/presentation.xml" Id="R563e4bd0f93642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413bf2ccd345eb"/>
  </p:sldMasterIdLst>
  <p:notesMasterIdLst>
    <p:notesMasterId xmlns:r="http://schemas.openxmlformats.org/officeDocument/2006/relationships" r:id="Rf2113c269d8c41c2"/>
  </p:notesMasterIdLst>
  <p:sldIdLst>
    <p:sldId xmlns:r="http://schemas.openxmlformats.org/officeDocument/2006/relationships" id="256" r:id="Rac84c1ee56274466"/>
    <p:sldId xmlns:r="http://schemas.openxmlformats.org/officeDocument/2006/relationships" id="257" r:id="R64922605f3ea4cd0"/>
    <p:sldId xmlns:r="http://schemas.openxmlformats.org/officeDocument/2006/relationships" id="258" r:id="R268a0f42249e4697"/>
    <p:sldId xmlns:r="http://schemas.openxmlformats.org/officeDocument/2006/relationships" id="259" r:id="R9431709c7fe94e55"/>
    <p:sldId xmlns:r="http://schemas.openxmlformats.org/officeDocument/2006/relationships" id="260" r:id="R16421a067ae44e2f"/>
    <p:sldId xmlns:r="http://schemas.openxmlformats.org/officeDocument/2006/relationships" id="261" r:id="R6f98f5afc8e64acf"/>
    <p:sldId xmlns:r="http://schemas.openxmlformats.org/officeDocument/2006/relationships" id="262" r:id="R99fa17da7a784a55"/>
    <p:sldId xmlns:r="http://schemas.openxmlformats.org/officeDocument/2006/relationships" id="263" r:id="R102f156dfba04bf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84f0a3d157447b" /><Relationship Type="http://schemas.openxmlformats.org/officeDocument/2006/relationships/slideMaster" Target="/ppt/slideMasters/slideMaster1.xml" Id="Rd2413bf2ccd345eb" /><Relationship Type="http://schemas.openxmlformats.org/officeDocument/2006/relationships/notesMaster" Target="/ppt/notesMasters/notesMaster1.xml" Id="Rf2113c269d8c41c2" /><Relationship Type="http://schemas.openxmlformats.org/officeDocument/2006/relationships/presProps" Target="/ppt/presProps.xml" Id="Raebefaa93dec457f" /><Relationship Type="http://schemas.openxmlformats.org/officeDocument/2006/relationships/tableStyles" Target="/ppt/tableStyles.xml" Id="R069fdbf4ce7e4db5" /><Relationship Type="http://schemas.openxmlformats.org/officeDocument/2006/relationships/slide" Target="/ppt/slides/slide1.xml" Id="Rac84c1ee56274466" /><Relationship Type="http://schemas.openxmlformats.org/officeDocument/2006/relationships/slide" Target="/ppt/slides/slide2.xml" Id="R64922605f3ea4cd0" /><Relationship Type="http://schemas.openxmlformats.org/officeDocument/2006/relationships/slide" Target="/ppt/slides/slide3.xml" Id="R268a0f42249e4697" /><Relationship Type="http://schemas.openxmlformats.org/officeDocument/2006/relationships/slide" Target="/ppt/slides/slide4.xml" Id="R9431709c7fe94e55" /><Relationship Type="http://schemas.openxmlformats.org/officeDocument/2006/relationships/slide" Target="/ppt/slides/slide5.xml" Id="R16421a067ae44e2f" /><Relationship Type="http://schemas.openxmlformats.org/officeDocument/2006/relationships/slide" Target="/ppt/slides/slide6.xml" Id="R6f98f5afc8e64acf" /><Relationship Type="http://schemas.openxmlformats.org/officeDocument/2006/relationships/slide" Target="/ppt/slides/slide7.xml" Id="R99fa17da7a784a55" /><Relationship Type="http://schemas.openxmlformats.org/officeDocument/2006/relationships/slide" Target="/ppt/slides/slide8.xml" Id="R102f156dfba04b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d1c427e1d24a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622bb2b7ca415e" /><Relationship Type="http://schemas.openxmlformats.org/officeDocument/2006/relationships/notesMaster" Target="/ppt/notesMasters/notesMaster1.xml" Id="R8bc32368f8ea4e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9b074e19504f59" /><Relationship Type="http://schemas.openxmlformats.org/officeDocument/2006/relationships/notesMaster" Target="/ppt/notesMasters/notesMaster1.xml" Id="Rbbcf3c991d2e4b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dfedb33d314d92" /><Relationship Type="http://schemas.openxmlformats.org/officeDocument/2006/relationships/notesMaster" Target="/ppt/notesMasters/notesMaster1.xml" Id="R4de4ab12d6a743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34fe4c8e464aad" /><Relationship Type="http://schemas.openxmlformats.org/officeDocument/2006/relationships/notesMaster" Target="/ppt/notesMasters/notesMaster1.xml" Id="R6aca1374e1684b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af5b9cca75456d" /><Relationship Type="http://schemas.openxmlformats.org/officeDocument/2006/relationships/notesMaster" Target="/ppt/notesMasters/notesMaster1.xml" Id="R73588fad82964b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d4e4e2520442be" /><Relationship Type="http://schemas.openxmlformats.org/officeDocument/2006/relationships/notesMaster" Target="/ppt/notesMasters/notesMaster1.xml" Id="R43cb61a07e2f42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e15d7167134c7f" /><Relationship Type="http://schemas.openxmlformats.org/officeDocument/2006/relationships/notesMaster" Target="/ppt/notesMasters/notesMaster1.xml" Id="R75f8bd34b76d48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862a1592bf4c1f" /><Relationship Type="http://schemas.openxmlformats.org/officeDocument/2006/relationships/notesMaster" Target="/ppt/notesMasters/notesMaster1.xml" Id="Rc45fbadd0c3440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b16ddf337041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c55c9264304125" /><Relationship Type="http://schemas.openxmlformats.org/officeDocument/2006/relationships/slideLayout" Target="/ppt/slideLayouts/slideLayout1.xml" Id="R746211c7c94645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6211c7c94645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0579b35074779" /><Relationship Type="http://schemas.openxmlformats.org/officeDocument/2006/relationships/image" Target="/ppt/media/image.png" Id="Rf8a7a5e2a16c478e" /><Relationship Type="http://schemas.openxmlformats.org/officeDocument/2006/relationships/notesSlide" Target="/ppt/notesSlides/notesSlide1.xml" Id="R72859fc0efe84c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02828763948a4" /><Relationship Type="http://schemas.openxmlformats.org/officeDocument/2006/relationships/notesSlide" Target="/ppt/notesSlides/notesSlide2.xml" Id="Ra76ca37101f14f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a8c0072024754" /><Relationship Type="http://schemas.openxmlformats.org/officeDocument/2006/relationships/notesSlide" Target="/ppt/notesSlides/notesSlide3.xml" Id="R7899bd296bc346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43e83dd5e4bcb" /><Relationship Type="http://schemas.openxmlformats.org/officeDocument/2006/relationships/image" Target="/ppt/media/image2.png" Id="R7ca6f643e8f44453" /><Relationship Type="http://schemas.openxmlformats.org/officeDocument/2006/relationships/notesSlide" Target="/ppt/notesSlides/notesSlide4.xml" Id="R834a9d35eae340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d7c5609144d5f" /><Relationship Type="http://schemas.openxmlformats.org/officeDocument/2006/relationships/image" Target="/ppt/media/image3.png" Id="R43085b1ae9d94880" /><Relationship Type="http://schemas.openxmlformats.org/officeDocument/2006/relationships/notesSlide" Target="/ppt/notesSlides/notesSlide5.xml" Id="R69e66abc09494c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54ea3600c4e61" /><Relationship Type="http://schemas.openxmlformats.org/officeDocument/2006/relationships/notesSlide" Target="/ppt/notesSlides/notesSlide6.xml" Id="R3dc7241b350549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1f4376d2442c4" /><Relationship Type="http://schemas.openxmlformats.org/officeDocument/2006/relationships/image" Target="/ppt/media/image4.png" Id="Rf0549d57e709457e" /><Relationship Type="http://schemas.openxmlformats.org/officeDocument/2006/relationships/image" Target="/ppt/media/image5.png" Id="R57462b9d653840f9" /><Relationship Type="http://schemas.openxmlformats.org/officeDocument/2006/relationships/notesSlide" Target="/ppt/notesSlides/notesSlide7.xml" Id="R847c6e0c02b348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7521fbe7d54db4" /><Relationship Type="http://schemas.openxmlformats.org/officeDocument/2006/relationships/notesSlide" Target="/ppt/notesSlides/notesSlide8.xml" Id="R17747964a15447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C3A62E-9843-4A99-97EA-74591CD5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5334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01828"/>
                </a:solidFill>
              </a:defRPr>
            </a:pPr>
            <a:r>
              <a:rPr sz="510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38D828-B4CA-42BE-9A61-D7962D24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4DA2"/>
                </a:solidFill>
              </a:defRPr>
            </a:pPr>
            <a:r>
              <a:rPr sz="1800" b="1">
                <a:solidFill>
                  <a:srgbClr val="0B4DA2"/>
                </a:solidFill>
              </a:rPr>
              <a:t>Movement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FB1046-AC5F-4041-9813-029DA9EC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4953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3657F"/>
                </a:solidFill>
              </a:defRPr>
            </a:pPr>
            <a:r>
              <a:rPr sz="1800" b="0">
                <a:solidFill>
                  <a:srgbClr val="53657F"/>
                </a:solidFill>
              </a:rPr>
              <a:t>A privacy-aware fitness assistant for strict pose coaching, Bangladeshi diet planning, calorie review, and progress tracking.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BEDD09-6AE3-4AB2-8E97-86BCB27B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742950"/>
            <a:ext cx="4810125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a7a5e2a16c478e"/>
          <a:srcRect xmlns:a="http://schemas.openxmlformats.org/drawingml/2006/main" l="12678" t="0" r="1267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933450"/>
            <a:ext cx="4429125" cy="3790950"/>
          </a:xfrm>
          <a:prstGeom xmlns:a="http://schemas.openxmlformats.org/drawingml/2006/main" prst="roundRect">
            <a:avLst>
              <a:gd name="adj" fmla="val 3015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74621-18A6-4393-9F6C-2394AEA4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3657F"/>
                </a:solidFill>
              </a:defRPr>
            </a:pPr>
            <a:r>
              <a:rPr sz="1350" b="1">
                <a:solidFill>
                  <a:srgbClr val="53657F"/>
                </a:solidFill>
              </a:rPr>
              <a:t>Mindsparks 26 CodeFront Challenge</a:t>
            </a:r>
          </a:p>
        </p:txBody>
      </p:sp>
    </p:spTree>
    <p:extLst>
      <p:ext uri="{BB962C8B-B14F-4D97-AF65-F5344CB8AC3E}">
        <p14:creationId xmlns:p14="http://schemas.microsoft.com/office/powerpoint/2010/main" val="20079733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113CA4-EB44-4F14-8F04-C891617C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2569A-4C81-4CB9-85F7-910A1131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33ACFD-A968-477E-AA7A-A98E6C5E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E85807-0DC4-4414-8420-74DE0858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781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828"/>
                </a:solidFill>
              </a:defRPr>
            </a:pPr>
            <a:r>
              <a:rPr sz="3450" b="1">
                <a:solidFill>
                  <a:srgbClr val="101828"/>
                </a:solidFill>
              </a:rPr>
              <a:t>Most fitness demos count movement, not correctness.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DF90D-704A-429A-9CD6-6CDCA43D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56B8FE-86FB-466D-A08C-D5BDB27C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Noisy camera landmarks can turn random movement into false reps.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1E98D-48A5-45A8-85A8-D72FFB79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48D47-700A-4B40-80B0-2F44A866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Generic meal plans ignore familiar local foods and serving patterns.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386C70-386A-418D-A185-32C6FAE4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8CA728-C738-400C-9135-98114DA4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First-time users need a guided path, not a wall of controls.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A2794-E3C6-4DA5-99B2-945B1A8A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857500" cy="3333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A5D36D-5C39-49BA-BA0E-15BF42C1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4DA2"/>
                </a:solidFill>
              </a:defRPr>
            </a:pPr>
            <a:r>
              <a:rPr sz="1650" b="1">
                <a:solidFill>
                  <a:srgbClr val="0B4DA2"/>
                </a:solidFill>
              </a:rPr>
              <a:t>Product goal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0B37BA-850F-43FC-8A31-5E7321BF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5270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Prefer strict, explainable guidance over easy but unreliable counting.</a:t>
            </a:r>
          </a:p>
        </p:txBody>
      </p:sp>
    </p:spTree>
    <p:extLst>
      <p:ext uri="{BB962C8B-B14F-4D97-AF65-F5344CB8AC3E}">
        <p14:creationId xmlns:p14="http://schemas.microsoft.com/office/powerpoint/2010/main" val="14023109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39ABD9-8CE7-472E-A484-A7A0399F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4750F-F66B-44EB-B314-981F9A8F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Solution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3ABEAE-4080-42E5-A85B-373B0740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1655E5-A0C5-4C73-BEF8-67C45A54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609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828"/>
                </a:solidFill>
              </a:defRPr>
            </a:pPr>
            <a:r>
              <a:rPr sz="3450" b="1">
                <a:solidFill>
                  <a:srgbClr val="101828"/>
                </a:solidFill>
              </a:rPr>
              <a:t>One coordinated coaching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80CD8-DD21-4954-AA5A-7EC89AB0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22669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1863E-4F5C-4A37-92F3-1CD88349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FDB"/>
                </a:solidFill>
              </a:defRPr>
            </a:pPr>
            <a:r>
              <a:rPr sz="1800" b="1">
                <a:solidFill>
                  <a:srgbClr val="1D6FDB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20C712-A85B-41FE-A23E-CBAFB1ED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Profile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0C7133-FC55-447B-9365-E180A6C9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33625"/>
            <a:ext cx="22669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B48075-D734-445E-B2A3-737D19E9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FDB"/>
                </a:solidFill>
              </a:defRPr>
            </a:pPr>
            <a:r>
              <a:rPr sz="1800" b="1">
                <a:solidFill>
                  <a:srgbClr val="1D6FDB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BAACFF-4902-44A4-88FF-3AE07479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289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Coach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838A53-7DC3-4DE7-86EA-EE571E16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33625"/>
            <a:ext cx="22669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E26D68-745C-4F14-B201-C0FCE8A7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527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FDB"/>
                </a:solidFill>
              </a:defRPr>
            </a:pPr>
            <a:r>
              <a:rPr sz="1800" b="1">
                <a:solidFill>
                  <a:srgbClr val="1D6FDB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2ECFEC-8B93-44CE-BB12-57EFF1AB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289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Nutrition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23CFA2-9574-461C-9F3B-6E33126C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33625"/>
            <a:ext cx="22669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4CAF55-E99A-49E4-A48F-BD84289C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527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FDB"/>
                </a:solidFill>
              </a:defRPr>
            </a:pPr>
            <a:r>
              <a:rPr sz="1800" b="1">
                <a:solidFill>
                  <a:srgbClr val="1D6FDB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3BB1A2-B27D-4BCB-BA6C-812608422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289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Progress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C1D44E-0371-4602-AF27-C3D2FB93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0537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3657F"/>
                </a:solidFill>
              </a:defRPr>
            </a:pPr>
            <a:r>
              <a:rPr sz="1800" b="0">
                <a:solidFill>
                  <a:srgbClr val="53657F"/>
                </a:solidFill>
              </a:rPr>
              <a:t>The refreshed UI keeps the next useful action visible while moving secondary detail into tabs and guided demo surfaces.</a:t>
            </a:r>
          </a:p>
        </p:txBody>
      </p:sp>
    </p:spTree>
    <p:extLst>
      <p:ext uri="{BB962C8B-B14F-4D97-AF65-F5344CB8AC3E}">
        <p14:creationId xmlns:p14="http://schemas.microsoft.com/office/powerpoint/2010/main" val="12095037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DB44A9-36AE-41B8-9722-96D542A9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C61E4-BF85-4278-B6F4-215E90FD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UI refresh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89EC4C-7314-47BD-A00B-1D74FF28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D628A-0262-4197-995C-ED3C8306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A calmer first viewport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4210FC-E62E-4411-94AA-EA939646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3714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3657F"/>
                </a:solidFill>
              </a:defRPr>
            </a:pPr>
            <a:r>
              <a:rPr sz="1650" b="0">
                <a:solidFill>
                  <a:srgbClr val="53657F"/>
                </a:solidFill>
              </a:rPr>
              <a:t>The coach screen now has a compact intro, a dominant camera stage, a slim live readout rail, and hidden secondary tabs.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a6f643e8f44453"/>
          <a:srcRect xmlns:a="http://schemas.openxmlformats.org/drawingml/2006/main" l="0" t="13" r="0" b="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1066800"/>
            <a:ext cx="6591300" cy="4210050"/>
          </a:xfrm>
          <a:prstGeom xmlns:a="http://schemas.openxmlformats.org/drawingml/2006/main" prst="roundRect">
            <a:avLst>
              <a:gd name="adj" fmla="val 2715"/>
            </a:avLst>
          </a:prstGeom>
        </p:spPr>
      </p:pic>
    </p:spTree>
    <p:extLst>
      <p:ext uri="{BB962C8B-B14F-4D97-AF65-F5344CB8AC3E}">
        <p14:creationId xmlns:p14="http://schemas.microsoft.com/office/powerpoint/2010/main" val="565696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36CA7F-82F3-448A-8204-4F45A9B5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8338D5-886C-44E5-B4A8-F9355880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Demo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4E7A3F-7593-4DA7-B44D-147DCBD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0BC4AA-2EED-42CF-86F2-FFEE07C3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Show it in eight steps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085b1ae9d94880"/>
          <a:srcRect xmlns:a="http://schemas.openxmlformats.org/drawingml/2006/main" l="0" t="145" r="0" b="1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53000" y="1047750"/>
            <a:ext cx="6429375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65748-85A0-410A-B5AC-7A057A84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5F0B7D-9A43-4081-B1CF-5452995E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Start with onboarding and dashboard context.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2685FA-7EA0-4632-AE5B-73952EA1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5C79B3-4062-4C54-A448-0016A7A8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Demonstrate strict pose coaching and hidden diagnostics.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A15AD7-A0A2-430F-A819-B0F7EA7F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E25DCE-FE07-4E4B-81EE-C43A9353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Move through exercise guidance, diet, calorie photo review, and progress.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463A2C-F82E-423E-A35E-AB931EEA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D7763C-A2AF-478A-8374-14B168BB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Close on the generated submission package.</a:t>
            </a:r>
          </a:p>
        </p:txBody>
      </p:sp>
    </p:spTree>
    <p:extLst>
      <p:ext uri="{BB962C8B-B14F-4D97-AF65-F5344CB8AC3E}">
        <p14:creationId xmlns:p14="http://schemas.microsoft.com/office/powerpoint/2010/main" val="8343057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69FABC-0948-4A34-B978-A2B28CC9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A728ED-582F-47F3-B452-1A1E1228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Pose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57BC6-D071-4BD8-B7C4-376F5CE8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85414C-B6C8-4A5D-AD50-35F56DDA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Strict reps over flattering reps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58BCAC-AC0F-48A7-88E8-2A3BD385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4371F-8FF6-47B4-8C4C-39890D32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Confidence gate checks required landmarks before rep logic runs.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F2758-74C7-4F2D-8E7B-1E75EBFB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22EF8-3144-474D-9873-060B2A62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Temporal state machine requires top, controlled descent, confirmed depth, ascent, and stable lockout.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BF023A-8484-483E-8FBD-55CEDE16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7EBDD-780D-40EC-BD7C-6CFDB81F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Bad distance, jitter, side switching, and incomplete depth pause the count.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6F62ED-8E8D-495F-9CC8-EAD5CEEF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90700"/>
            <a:ext cx="2857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A5DD72-F707-4802-9D4C-4F96772B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4DA2"/>
                </a:solidFill>
              </a:defRPr>
            </a:pPr>
            <a:r>
              <a:rPr sz="1650" b="1">
                <a:solidFill>
                  <a:srgbClr val="0B4DA2"/>
                </a:solidFill>
              </a:rPr>
              <a:t>Acceptance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FFCC91-DE35-44A5-A5C0-EA6A0142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813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5 valid reps count as 5. Waving, partial crouches, and camera movement count as 0.</a:t>
            </a:r>
          </a:p>
        </p:txBody>
      </p:sp>
    </p:spTree>
    <p:extLst>
      <p:ext uri="{BB962C8B-B14F-4D97-AF65-F5344CB8AC3E}">
        <p14:creationId xmlns:p14="http://schemas.microsoft.com/office/powerpoint/2010/main" val="9857633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3BE1FF-36FF-46AC-A0B6-61C98A25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1D77B-4529-4547-A766-31C9D569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Nutrition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D1C4EF-CF9E-464D-9AD5-E7D63EBB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DB7B8-1DF5-4F1D-8014-73654CD1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Food planning and calorie review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549d57e709457e"/>
          <a:srcRect xmlns:a="http://schemas.openxmlformats.org/drawingml/2006/main" l="0" t="334" r="0" b="3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" y="1952625"/>
            <a:ext cx="495300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462b9d653840f9"/>
          <a:srcRect xmlns:a="http://schemas.openxmlformats.org/drawingml/2006/main" l="0" t="334" r="0" b="3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0300" y="1952625"/>
            <a:ext cx="495300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60B596-7733-46BD-B271-C082F7EA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3657F"/>
                </a:solidFill>
              </a:defRPr>
            </a:pPr>
            <a:r>
              <a:rPr sz="1650" b="0">
                <a:solidFill>
                  <a:srgbClr val="53657F"/>
                </a:solidFill>
              </a:rPr>
              <a:t>Local meal examples plus cautious AI food estimates keep the product useful beyond the workout camera.</a:t>
            </a:r>
          </a:p>
        </p:txBody>
      </p:sp>
    </p:spTree>
    <p:extLst>
      <p:ext uri="{BB962C8B-B14F-4D97-AF65-F5344CB8AC3E}">
        <p14:creationId xmlns:p14="http://schemas.microsoft.com/office/powerpoint/2010/main" val="3520789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57AA94-35E6-4809-BE30-873AFD5C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AA0CD4-28F2-4ABC-A35B-E0224019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57F"/>
                </a:solidFill>
              </a:defRPr>
            </a:pPr>
            <a:r>
              <a:rPr sz="975" b="0">
                <a:solidFill>
                  <a:srgbClr val="53657F"/>
                </a:solidFill>
              </a:rPr>
              <a:t>Delivery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A2A87-934F-4267-828E-47A822C3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3F3"/>
          </a:solidFill>
          <a:ln xmlns:a="http://schemas.openxmlformats.org/drawingml/2006/main" w="0">
            <a:solidFill>
              <a:srgbClr val="D7E3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5B665E-E9FE-45DF-8D8E-3CA2F050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</a:defRPr>
            </a:pPr>
            <a:r>
              <a:rPr sz="3300" b="1">
                <a:solidFill>
                  <a:srgbClr val="101828"/>
                </a:solidFill>
              </a:rPr>
              <a:t>Submission package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38B8A2-8F26-4FE6-B4D3-4BB5A691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6C779D-E7ED-4A16-A8B6-503ED2F9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Live website URL: shorir-ai-production.up.railway.app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D47C41-CC6F-47BB-9430-616B36A7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DF3B1B-872B-4C8B-885E-3C97F900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Demo route and MP4 walkthrough generated from live UI frames.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489752-4E72-40A1-9AD2-BB2D3F28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956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4F3E97-D8AC-4A7D-A95A-5CC8A6CB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Project presentation and technical report regenerated from the same sequence.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5A2F29-2F31-4116-9BB5-671140DA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FDB"/>
          </a:solidFill>
          <a:ln xmlns:a="http://schemas.openxmlformats.org/drawingml/2006/main" w="0">
            <a:solidFill>
              <a:srgbClr val="1D6F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DDE8F2-40E7-4921-A9B4-FF06D7EF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19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</a:defRPr>
            </a:pPr>
            <a:r>
              <a:rPr sz="1500" b="0">
                <a:solidFill>
                  <a:srgbClr val="101828"/>
                </a:solidFill>
              </a:rPr>
              <a:t>Complete source ZIP packaged from the current committed workspace.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5ACEA6-E1C7-4BD4-BB9A-BB864049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0002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E3F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CD1AC3-275B-4198-A265-C79CF97A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622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9A35A"/>
                </a:solidFill>
              </a:defRPr>
            </a:pPr>
            <a:r>
              <a:rPr sz="2550" b="1">
                <a:solidFill>
                  <a:srgbClr val="29A35A"/>
                </a:solidFill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745017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2026-06-25T18:51:54.0510000Z</dcterms:created>
  <dcterms:modified xsi:type="dcterms:W3CDTF">2026-06-25T18:51:54.0510000Z</dcterms:modified>
</coreProperties>
</file>