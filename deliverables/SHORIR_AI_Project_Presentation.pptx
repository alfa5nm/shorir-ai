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64db1b23014d52" /><Relationship Type="http://schemas.openxmlformats.org/officeDocument/2006/relationships/extended-properties" Target="/docProps/app.xml" Id="Rb01bf52ae36442df" /><Relationship Type="http://schemas.openxmlformats.org/officeDocument/2006/relationships/officeDocument" Target="/ppt/presentation.xml" Id="R311008a5bd7f4b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4b0248f3574eab"/>
  </p:sldMasterIdLst>
  <p:notesMasterIdLst>
    <p:notesMasterId xmlns:r="http://schemas.openxmlformats.org/officeDocument/2006/relationships" r:id="Re55e452fd64946a7"/>
  </p:notesMasterIdLst>
  <p:sldIdLst>
    <p:sldId xmlns:r="http://schemas.openxmlformats.org/officeDocument/2006/relationships" id="256" r:id="Rb428755165b44efe"/>
    <p:sldId xmlns:r="http://schemas.openxmlformats.org/officeDocument/2006/relationships" id="257" r:id="R83351197edc54ea0"/>
    <p:sldId xmlns:r="http://schemas.openxmlformats.org/officeDocument/2006/relationships" id="258" r:id="R6568befb028b4fbf"/>
    <p:sldId xmlns:r="http://schemas.openxmlformats.org/officeDocument/2006/relationships" id="259" r:id="Ree10a9a8b77b422e"/>
    <p:sldId xmlns:r="http://schemas.openxmlformats.org/officeDocument/2006/relationships" id="260" r:id="R8dcf4e6077ec4a90"/>
    <p:sldId xmlns:r="http://schemas.openxmlformats.org/officeDocument/2006/relationships" id="261" r:id="R3093826d7bb348e1"/>
    <p:sldId xmlns:r="http://schemas.openxmlformats.org/officeDocument/2006/relationships" id="262" r:id="Rf5410dfa863e4144"/>
    <p:sldId xmlns:r="http://schemas.openxmlformats.org/officeDocument/2006/relationships" id="263" r:id="Rae43e6eddc12488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25a9feb7814995" /><Relationship Type="http://schemas.openxmlformats.org/officeDocument/2006/relationships/slideMaster" Target="/ppt/slideMasters/slideMaster1.xml" Id="Rb74b0248f3574eab" /><Relationship Type="http://schemas.openxmlformats.org/officeDocument/2006/relationships/notesMaster" Target="/ppt/notesMasters/notesMaster1.xml" Id="Re55e452fd64946a7" /><Relationship Type="http://schemas.openxmlformats.org/officeDocument/2006/relationships/presProps" Target="/ppt/presProps.xml" Id="Rd3f99a2707e5471b" /><Relationship Type="http://schemas.openxmlformats.org/officeDocument/2006/relationships/tableStyles" Target="/ppt/tableStyles.xml" Id="Ra63524c8763b46d2" /><Relationship Type="http://schemas.openxmlformats.org/officeDocument/2006/relationships/slide" Target="/ppt/slides/slide1.xml" Id="Rb428755165b44efe" /><Relationship Type="http://schemas.openxmlformats.org/officeDocument/2006/relationships/slide" Target="/ppt/slides/slide2.xml" Id="R83351197edc54ea0" /><Relationship Type="http://schemas.openxmlformats.org/officeDocument/2006/relationships/slide" Target="/ppt/slides/slide3.xml" Id="R6568befb028b4fbf" /><Relationship Type="http://schemas.openxmlformats.org/officeDocument/2006/relationships/slide" Target="/ppt/slides/slide4.xml" Id="Ree10a9a8b77b422e" /><Relationship Type="http://schemas.openxmlformats.org/officeDocument/2006/relationships/slide" Target="/ppt/slides/slide5.xml" Id="R8dcf4e6077ec4a90" /><Relationship Type="http://schemas.openxmlformats.org/officeDocument/2006/relationships/slide" Target="/ppt/slides/slide6.xml" Id="R3093826d7bb348e1" /><Relationship Type="http://schemas.openxmlformats.org/officeDocument/2006/relationships/slide" Target="/ppt/slides/slide7.xml" Id="Rf5410dfa863e4144" /><Relationship Type="http://schemas.openxmlformats.org/officeDocument/2006/relationships/slide" Target="/ppt/slides/slide8.xml" Id="Rae43e6eddc1248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e82da9b75c41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2c1034a2304e21" /><Relationship Type="http://schemas.openxmlformats.org/officeDocument/2006/relationships/notesMaster" Target="/ppt/notesMasters/notesMaster1.xml" Id="R7a934f92c4354d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da5a8766024a1f" /><Relationship Type="http://schemas.openxmlformats.org/officeDocument/2006/relationships/notesMaster" Target="/ppt/notesMasters/notesMaster1.xml" Id="Rbfb0aa8ed0e146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44d62a3b4e4f33" /><Relationship Type="http://schemas.openxmlformats.org/officeDocument/2006/relationships/notesMaster" Target="/ppt/notesMasters/notesMaster1.xml" Id="R9945d3bc7ad94c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dd3be99984487e" /><Relationship Type="http://schemas.openxmlformats.org/officeDocument/2006/relationships/notesMaster" Target="/ppt/notesMasters/notesMaster1.xml" Id="R72749d8fb60347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4be4dba4cb4998" /><Relationship Type="http://schemas.openxmlformats.org/officeDocument/2006/relationships/notesMaster" Target="/ppt/notesMasters/notesMaster1.xml" Id="R98dabfcd015540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f32e44a4f34ce2" /><Relationship Type="http://schemas.openxmlformats.org/officeDocument/2006/relationships/notesMaster" Target="/ppt/notesMasters/notesMaster1.xml" Id="R23fe0ba1305242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88971b8dba4484" /><Relationship Type="http://schemas.openxmlformats.org/officeDocument/2006/relationships/notesMaster" Target="/ppt/notesMasters/notesMaster1.xml" Id="Ra919ac5bbd134b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13241b21e54c35" /><Relationship Type="http://schemas.openxmlformats.org/officeDocument/2006/relationships/notesMaster" Target="/ppt/notesMasters/notesMaster1.xml" Id="R6f2453b6677140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832a72696340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7f2bceae02418f" /><Relationship Type="http://schemas.openxmlformats.org/officeDocument/2006/relationships/slideLayout" Target="/ppt/slideLayouts/slideLayout1.xml" Id="R112f4e4277054b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2f4e4277054b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f46d1c42c4414" /><Relationship Type="http://schemas.openxmlformats.org/officeDocument/2006/relationships/image" Target="/ppt/media/image.png" Id="R6094f7bb1fe3488f" /><Relationship Type="http://schemas.openxmlformats.org/officeDocument/2006/relationships/notesSlide" Target="/ppt/notesSlides/notesSlide1.xml" Id="R0bb3381aa14e4a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6979d700d460e" /><Relationship Type="http://schemas.openxmlformats.org/officeDocument/2006/relationships/notesSlide" Target="/ppt/notesSlides/notesSlide2.xml" Id="Rf8f7eed77e244d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a751b5dd84d98" /><Relationship Type="http://schemas.openxmlformats.org/officeDocument/2006/relationships/notesSlide" Target="/ppt/notesSlides/notesSlide3.xml" Id="Rcd11e216c22341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4696ddb0345c2" /><Relationship Type="http://schemas.openxmlformats.org/officeDocument/2006/relationships/image" Target="/ppt/media/image2.png" Id="Recd881f288af4915" /><Relationship Type="http://schemas.openxmlformats.org/officeDocument/2006/relationships/notesSlide" Target="/ppt/notesSlides/notesSlide4.xml" Id="R05a9c977b81743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debf406464b25" /><Relationship Type="http://schemas.openxmlformats.org/officeDocument/2006/relationships/image" Target="/ppt/media/image3.png" Id="R021d13ddc67344fd" /><Relationship Type="http://schemas.openxmlformats.org/officeDocument/2006/relationships/notesSlide" Target="/ppt/notesSlides/notesSlide5.xml" Id="Rc6cb5255ecef42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8f2856c454aa9" /><Relationship Type="http://schemas.openxmlformats.org/officeDocument/2006/relationships/notesSlide" Target="/ppt/notesSlides/notesSlide6.xml" Id="R2815d991e9554b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a5ddc80e74f23" /><Relationship Type="http://schemas.openxmlformats.org/officeDocument/2006/relationships/image" Target="/ppt/media/image4.png" Id="R44940296fdcb49ed" /><Relationship Type="http://schemas.openxmlformats.org/officeDocument/2006/relationships/image" Target="/ppt/media/image5.png" Id="R211613976f23407e" /><Relationship Type="http://schemas.openxmlformats.org/officeDocument/2006/relationships/notesSlide" Target="/ppt/notesSlides/notesSlide7.xml" Id="R250083e6804c4c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2ca3e951442da" /><Relationship Type="http://schemas.openxmlformats.org/officeDocument/2006/relationships/notesSlide" Target="/ppt/notesSlides/notesSlide8.xml" Id="Raf0e0bf7335a44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20FBB1-4110-4DBC-B9D7-6CB1AFB6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</a:defRPr>
            </a:pPr>
            <a:r>
              <a:rPr sz="510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B3492-C971-48CE-8F6B-DD50B259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4DA2"/>
                </a:solidFill>
              </a:defRPr>
            </a:pPr>
            <a:r>
              <a:rPr sz="1800" b="1">
                <a:solidFill>
                  <a:srgbClr val="0B4DA2"/>
                </a:solidFill>
              </a:rPr>
              <a:t>Movement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823EE-B8A5-4A46-853F-33AF35BD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57F"/>
                </a:solidFill>
              </a:defRPr>
            </a:pPr>
            <a:r>
              <a:rPr sz="1800" b="0">
                <a:solidFill>
                  <a:srgbClr val="53657F"/>
                </a:solidFill>
              </a:rPr>
              <a:t>A privacy-aware fitness assistant for strict pose coaching, Bangladeshi diet planning, calorie review, and progress tracking.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C8567-4CF2-490B-B421-78A4FF99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42950"/>
            <a:ext cx="4810125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94f7bb1fe3488f"/>
          <a:srcRect xmlns:a="http://schemas.openxmlformats.org/drawingml/2006/main" l="12678" t="0" r="126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933450"/>
            <a:ext cx="4429125" cy="3790950"/>
          </a:xfrm>
          <a:prstGeom xmlns:a="http://schemas.openxmlformats.org/drawingml/2006/main" prst="roundRect">
            <a:avLst>
              <a:gd name="adj" fmla="val 301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CCD3B-7EAF-46CB-B663-40E26A7A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3657F"/>
                </a:solidFill>
              </a:defRPr>
            </a:pPr>
            <a:r>
              <a:rPr sz="1350" b="1">
                <a:solidFill>
                  <a:srgbClr val="53657F"/>
                </a:solidFill>
              </a:rPr>
              <a:t>Mindsparks 26 CodeFront Challenge</a:t>
            </a:r>
          </a:p>
        </p:txBody>
      </p:sp>
    </p:spTree>
    <p:extLst>
      <p:ext uri="{BB962C8B-B14F-4D97-AF65-F5344CB8AC3E}">
        <p14:creationId xmlns:p14="http://schemas.microsoft.com/office/powerpoint/2010/main" val="11785576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33AAF4-3181-40ED-9E8A-90A9544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1D98E-DB64-47CD-96B4-C6A9944A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6441F1-6D53-49CF-AD03-56D90BE2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73097-9ABC-4213-8BC1-EBB2819F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828"/>
                </a:solidFill>
              </a:defRPr>
            </a:pPr>
            <a:r>
              <a:rPr sz="3450" b="1">
                <a:solidFill>
                  <a:srgbClr val="101828"/>
                </a:solidFill>
              </a:rPr>
              <a:t>Most fitness demos count movement, not correctness.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CF2A9-C295-41FB-A740-76DDF73E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C7D95-9F1E-40F4-BC85-B26E460A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Noisy camera landmarks can turn random movement into false reps.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15AD4-9EF2-46FA-B029-C690ECE6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0E1EE-DB39-4AD2-BDC8-622A760F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Generic meal plans ignore familiar local foods and serving patterns.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97EC9-7E77-487D-8E12-A4045FBB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CAA8C-8108-4001-81D3-FFE03E46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First-time users need a guided path, not a wall of controls.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EE1CE-606E-4260-BCE4-0E4CEB58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857500" cy="3333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F218B-8611-456A-82CD-00ED7839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4DA2"/>
                </a:solidFill>
              </a:defRPr>
            </a:pPr>
            <a:r>
              <a:rPr sz="1650" b="1">
                <a:solidFill>
                  <a:srgbClr val="0B4DA2"/>
                </a:solidFill>
              </a:rPr>
              <a:t>Product goal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DF5B6D-7164-4EBC-A6F1-F8953804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527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Prefer strict, explainable guidance over easy but unreliable counting.</a:t>
            </a:r>
          </a:p>
        </p:txBody>
      </p:sp>
    </p:spTree>
    <p:extLst>
      <p:ext uri="{BB962C8B-B14F-4D97-AF65-F5344CB8AC3E}">
        <p14:creationId xmlns:p14="http://schemas.microsoft.com/office/powerpoint/2010/main" val="1207276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3DE0D5-E5E5-47DB-9F83-49318E09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5B465-C91F-40B3-961C-0AFBD713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A6E26-169E-4EE0-9E21-13D30998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86033-0B45-4BCB-955B-11AA6AC8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09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828"/>
                </a:solidFill>
              </a:defRPr>
            </a:pPr>
            <a:r>
              <a:rPr sz="3450" b="1">
                <a:solidFill>
                  <a:srgbClr val="101828"/>
                </a:solidFill>
              </a:rPr>
              <a:t>One coordinated coaching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A200A-61EA-4F38-8C96-D6C861F9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37EC8B-FDC7-4E34-AD9B-2A37C357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8A1975-0419-4157-B96E-C456336E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123C1-5568-4925-93A6-A8EA67B2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E738F-C87D-448B-8F88-5C5AB097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FB0A4-99D0-4CAE-8021-1B312DE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Coach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110A8-BB78-4BD5-B593-21AEF77F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C8FACA-5702-4347-BF69-E007682F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B4280F-135E-4E65-8DE3-39BFE7F0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Nutrition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44767-27FE-4CBD-A23A-40888D5C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7934AC-9D1D-4399-9892-98B4C75E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D5645F-F210-439E-BDF5-44237E6A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Progress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BE854D-80C3-4D4E-AA80-82979142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57F"/>
                </a:solidFill>
              </a:defRPr>
            </a:pPr>
            <a:r>
              <a:rPr sz="1800" b="0">
                <a:solidFill>
                  <a:srgbClr val="53657F"/>
                </a:solidFill>
              </a:rPr>
              <a:t>The refreshed UI keeps the next useful action visible while moving secondary detail into tabs and guided demo surfaces.</a:t>
            </a:r>
          </a:p>
        </p:txBody>
      </p:sp>
    </p:spTree>
    <p:extLst>
      <p:ext uri="{BB962C8B-B14F-4D97-AF65-F5344CB8AC3E}">
        <p14:creationId xmlns:p14="http://schemas.microsoft.com/office/powerpoint/2010/main" val="18674906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18F1A0-2858-45AE-943A-A648D05B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350EF-01DD-423D-AC23-D6DFAC6E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UI refresh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D80AF-DC6F-4397-9E15-94F13203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13FDB-7D7E-4065-9AF7-5F94EAF0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A calmer first viewport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F7E1FA-319A-4C09-BE5B-A5B7D47A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3714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7F"/>
                </a:solidFill>
              </a:defRPr>
            </a:pPr>
            <a:r>
              <a:rPr sz="1650" b="0">
                <a:solidFill>
                  <a:srgbClr val="53657F"/>
                </a:solidFill>
              </a:rPr>
              <a:t>The coach screen now has a compact intro, a dominant camera stage, a slim live readout rail, and hidden secondary tabs.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881f288af4915"/>
          <a:srcRect xmlns:a="http://schemas.openxmlformats.org/drawingml/2006/main" l="0" t="13" r="0" b="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1066800"/>
            <a:ext cx="6591300" cy="421005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</p:spTree>
    <p:extLst>
      <p:ext uri="{BB962C8B-B14F-4D97-AF65-F5344CB8AC3E}">
        <p14:creationId xmlns:p14="http://schemas.microsoft.com/office/powerpoint/2010/main" val="20016379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D9E26D-D731-43A5-8874-B5EED19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88F616-48EB-4835-90CF-C16D48A1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Demo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CED8B-A73F-4CED-B5F0-31229D8E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69ADB6-02CA-44D7-89EC-6EBC48DE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Show it in eight steps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d13ddc67344fd"/>
          <a:srcRect xmlns:a="http://schemas.openxmlformats.org/drawingml/2006/main" l="0" t="145" r="0" b="1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1047750"/>
            <a:ext cx="6429375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E4531-48C5-4612-B7E4-7390AB03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09893-8C43-4670-B9A7-038C21DA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Start with onboarding and dashboard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DDB2F-5815-40E9-968E-4AB018B6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8438E-8D15-4EBE-866D-05A8403F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Demonstrate strict pose coaching and hidden diagnostics.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E46AF-07EB-4B3B-B58B-7A12B20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944D3-34DC-428D-9ED2-F0CD9BEB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Move through exercise guidance, diet, calorie photo review, and progress.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3C84E-FBBF-46C0-916B-68536D57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A30465-2CA9-425F-B8AB-D67EA4DF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Close on the generated submission package.</a:t>
            </a:r>
          </a:p>
        </p:txBody>
      </p:sp>
    </p:spTree>
    <p:extLst>
      <p:ext uri="{BB962C8B-B14F-4D97-AF65-F5344CB8AC3E}">
        <p14:creationId xmlns:p14="http://schemas.microsoft.com/office/powerpoint/2010/main" val="16124756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0F0E20-C02F-44E3-97B4-119B9BB5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163C1-78D8-4036-80A1-006E9C66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Pose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F3124-B6AB-424F-B500-F9B17FC4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577A1-3612-4B71-846F-DFBD385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Strict reps over flattering reps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999E8-ABA9-497D-9EFF-6338A9BF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A5085-BD87-4EFE-9317-1EE21E7D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Confidence gate checks required landmarks before rep logic runs.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3982A-3A4E-44B4-B353-10541801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84E0D-218B-4174-B6E7-812C51C5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Temporal state machine requires top, controlled descent, confirmed depth, ascent, and stable lockout.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08754-D6A7-4A82-A6B6-02BCE2B6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E33FE-5538-4A34-B437-D1EF8A68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Bad distance, jitter, side switching, and incomplete depth pause the count.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679DB-9697-4311-AC36-A03A8E48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0946A-1F13-45E8-8012-86961CEA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4DA2"/>
                </a:solidFill>
              </a:defRPr>
            </a:pPr>
            <a:r>
              <a:rPr sz="1650" b="1">
                <a:solidFill>
                  <a:srgbClr val="0B4DA2"/>
                </a:solidFill>
              </a:rPr>
              <a:t>Acceptance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8AE5F-7C52-4401-8DA5-85AE5E16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813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5 valid reps count as 5. Waving, partial crouches, and camera movement count as 0.</a:t>
            </a:r>
          </a:p>
        </p:txBody>
      </p:sp>
    </p:spTree>
    <p:extLst>
      <p:ext uri="{BB962C8B-B14F-4D97-AF65-F5344CB8AC3E}">
        <p14:creationId xmlns:p14="http://schemas.microsoft.com/office/powerpoint/2010/main" val="2058574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B5CB4B-2E07-40FE-B549-467D315E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5C4F5-41F9-4AFD-A608-5C58D19D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Nutrition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87E1E-D5D6-457C-9136-74F3B06C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7E728-0EAE-49D6-9C89-1FDC8D7B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Food planning and calorie review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40296fdcb49ed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195262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613976f23407e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0300" y="195262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54710-1B92-4A49-B226-A09D9CE9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7F"/>
                </a:solidFill>
              </a:defRPr>
            </a:pPr>
            <a:r>
              <a:rPr sz="1650" b="0">
                <a:solidFill>
                  <a:srgbClr val="53657F"/>
                </a:solidFill>
              </a:rPr>
              <a:t>Local meal examples plus cautious AI food estimates keep the product useful beyond the workout camera.</a:t>
            </a:r>
          </a:p>
        </p:txBody>
      </p:sp>
    </p:spTree>
    <p:extLst>
      <p:ext uri="{BB962C8B-B14F-4D97-AF65-F5344CB8AC3E}">
        <p14:creationId xmlns:p14="http://schemas.microsoft.com/office/powerpoint/2010/main" val="15235278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694EE-66F0-4D7D-9FA7-5D0091B1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FEA36-5C37-4217-935B-0DD733B1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04C8C-36B0-4D7D-AF6B-5315E48C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36EDD-9FBA-4E7C-B554-E74558D2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Submission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CA2E4-39E9-4F18-BECA-11C316F1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E157C-125B-4D0E-B3BC-EFEC9B44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Live website URL: shorir-ai-production.up.railway.app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D13CC-0CEF-409F-ADE6-2E179C77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117B5-6321-4CFC-8436-A4D18C2D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Demo route and MP4 walkthrough generated from live UI frames.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03D26-334F-4BF0-8C6F-96ED7CB9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50B15-651F-4F8F-B182-24823AD5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Project presentation and technical report regenerated from the same sequence.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00A2C-CA5D-429C-A41E-A31F1692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B1524-41DB-48A0-889C-8D2DFECF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Complete source ZIP packaged from the current committed workspace.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4C493-526A-487D-B6A5-B09050E8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0002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BD594-2C34-4D9C-9D37-E2775EA3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622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9A35A"/>
                </a:solidFill>
              </a:defRPr>
            </a:pPr>
            <a:r>
              <a:rPr sz="2550" b="1">
                <a:solidFill>
                  <a:srgbClr val="29A35A"/>
                </a:solidFill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11306449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2026-06-25T19:21:43.8230000Z</dcterms:created>
  <dcterms:modified xsi:type="dcterms:W3CDTF">2026-06-25T19:21:43.8230000Z</dcterms:modified>
</coreProperties>
</file>