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15ae631194b2f" /><Relationship Type="http://schemas.openxmlformats.org/officeDocument/2006/relationships/extended-properties" Target="/docProps/app.xml" Id="R169ebfb5f0014bd5" /><Relationship Type="http://schemas.openxmlformats.org/officeDocument/2006/relationships/officeDocument" Target="/ppt/presentation.xml" Id="R55a86df602d3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40506ff0e34a1f"/>
  </p:sldMasterIdLst>
  <p:notesMasterIdLst>
    <p:notesMasterId xmlns:r="http://schemas.openxmlformats.org/officeDocument/2006/relationships" r:id="R65b948e3a2a74c4d"/>
  </p:notesMasterIdLst>
  <p:sldIdLst>
    <p:sldId xmlns:r="http://schemas.openxmlformats.org/officeDocument/2006/relationships" id="256" r:id="R80144df60a0a4a57"/>
    <p:sldId xmlns:r="http://schemas.openxmlformats.org/officeDocument/2006/relationships" id="257" r:id="R849f2bff6c7b4ee9"/>
    <p:sldId xmlns:r="http://schemas.openxmlformats.org/officeDocument/2006/relationships" id="258" r:id="R334c9f40c1cc4348"/>
    <p:sldId xmlns:r="http://schemas.openxmlformats.org/officeDocument/2006/relationships" id="259" r:id="R249fe59e5000402d"/>
    <p:sldId xmlns:r="http://schemas.openxmlformats.org/officeDocument/2006/relationships" id="260" r:id="R6d9c6f271b014999"/>
    <p:sldId xmlns:r="http://schemas.openxmlformats.org/officeDocument/2006/relationships" id="261" r:id="R28c55688216c4000"/>
    <p:sldId xmlns:r="http://schemas.openxmlformats.org/officeDocument/2006/relationships" id="262" r:id="R68e62f34ad8c46a2"/>
    <p:sldId xmlns:r="http://schemas.openxmlformats.org/officeDocument/2006/relationships" id="263" r:id="Rb47240e9c26643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0ac588d044dbc" /><Relationship Type="http://schemas.openxmlformats.org/officeDocument/2006/relationships/slideMaster" Target="/ppt/slideMasters/slideMaster1.xml" Id="R4140506ff0e34a1f" /><Relationship Type="http://schemas.openxmlformats.org/officeDocument/2006/relationships/notesMaster" Target="/ppt/notesMasters/notesMaster1.xml" Id="R65b948e3a2a74c4d" /><Relationship Type="http://schemas.openxmlformats.org/officeDocument/2006/relationships/presProps" Target="/ppt/presProps.xml" Id="R44188772d1084f5a" /><Relationship Type="http://schemas.openxmlformats.org/officeDocument/2006/relationships/tableStyles" Target="/ppt/tableStyles.xml" Id="R936d6765e4ad41f1" /><Relationship Type="http://schemas.openxmlformats.org/officeDocument/2006/relationships/slide" Target="/ppt/slides/slide1.xml" Id="R80144df60a0a4a57" /><Relationship Type="http://schemas.openxmlformats.org/officeDocument/2006/relationships/slide" Target="/ppt/slides/slide2.xml" Id="R849f2bff6c7b4ee9" /><Relationship Type="http://schemas.openxmlformats.org/officeDocument/2006/relationships/slide" Target="/ppt/slides/slide3.xml" Id="R334c9f40c1cc4348" /><Relationship Type="http://schemas.openxmlformats.org/officeDocument/2006/relationships/slide" Target="/ppt/slides/slide4.xml" Id="R249fe59e5000402d" /><Relationship Type="http://schemas.openxmlformats.org/officeDocument/2006/relationships/slide" Target="/ppt/slides/slide5.xml" Id="R6d9c6f271b014999" /><Relationship Type="http://schemas.openxmlformats.org/officeDocument/2006/relationships/slide" Target="/ppt/slides/slide6.xml" Id="R28c55688216c4000" /><Relationship Type="http://schemas.openxmlformats.org/officeDocument/2006/relationships/slide" Target="/ppt/slides/slide7.xml" Id="R68e62f34ad8c46a2" /><Relationship Type="http://schemas.openxmlformats.org/officeDocument/2006/relationships/slide" Target="/ppt/slides/slide8.xml" Id="Rb47240e9c266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618c10e77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195b6f09c4033" /><Relationship Type="http://schemas.openxmlformats.org/officeDocument/2006/relationships/notesMaster" Target="/ppt/notesMasters/notesMaster1.xml" Id="R6b9e1118d061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b1c8ef998c4b98" /><Relationship Type="http://schemas.openxmlformats.org/officeDocument/2006/relationships/notesMaster" Target="/ppt/notesMasters/notesMaster1.xml" Id="R990b1b7776a0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fde99a903d4a7d" /><Relationship Type="http://schemas.openxmlformats.org/officeDocument/2006/relationships/notesMaster" Target="/ppt/notesMasters/notesMaster1.xml" Id="R1026a902ffd0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d0ac483b324d05" /><Relationship Type="http://schemas.openxmlformats.org/officeDocument/2006/relationships/notesMaster" Target="/ppt/notesMasters/notesMaster1.xml" Id="Rc0043249e9e743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d839f5054468f" /><Relationship Type="http://schemas.openxmlformats.org/officeDocument/2006/relationships/notesMaster" Target="/ppt/notesMasters/notesMaster1.xml" Id="Rf936e98a40d6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b6b6373c74ea2" /><Relationship Type="http://schemas.openxmlformats.org/officeDocument/2006/relationships/notesMaster" Target="/ppt/notesMasters/notesMaster1.xml" Id="R78deff318b5c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2bcf0d0db14f56" /><Relationship Type="http://schemas.openxmlformats.org/officeDocument/2006/relationships/notesMaster" Target="/ppt/notesMasters/notesMaster1.xml" Id="R6377a882700e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81c231d45645a4" /><Relationship Type="http://schemas.openxmlformats.org/officeDocument/2006/relationships/notesMaster" Target="/ppt/notesMasters/notesMaster1.xml" Id="R64669a8a87db49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cf45cee064a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ddbc8edb54401" /><Relationship Type="http://schemas.openxmlformats.org/officeDocument/2006/relationships/slideLayout" Target="/ppt/slideLayouts/slideLayout1.xml" Id="R693c0b0bedf8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3c0b0bedf8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94bea74704338" /><Relationship Type="http://schemas.openxmlformats.org/officeDocument/2006/relationships/image" Target="/ppt/media/image.png" Id="R57017dac3e074e53" /><Relationship Type="http://schemas.openxmlformats.org/officeDocument/2006/relationships/notesSlide" Target="/ppt/notesSlides/notesSlide1.xml" Id="R4e97d64d0fd2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e8b4708a24b8c" /><Relationship Type="http://schemas.openxmlformats.org/officeDocument/2006/relationships/notesSlide" Target="/ppt/notesSlides/notesSlide2.xml" Id="R8734fc515bfe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5a745e1747aa" /><Relationship Type="http://schemas.openxmlformats.org/officeDocument/2006/relationships/notesSlide" Target="/ppt/notesSlides/notesSlide3.xml" Id="R5e954a1f4e76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d340d280b4ea8" /><Relationship Type="http://schemas.openxmlformats.org/officeDocument/2006/relationships/image" Target="/ppt/media/image2.png" Id="Rb2b48505036a4c97" /><Relationship Type="http://schemas.openxmlformats.org/officeDocument/2006/relationships/notesSlide" Target="/ppt/notesSlides/notesSlide4.xml" Id="R1e98db7490de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dde799d22406c" /><Relationship Type="http://schemas.openxmlformats.org/officeDocument/2006/relationships/image" Target="/ppt/media/image3.png" Id="Re2f00156fba64429" /><Relationship Type="http://schemas.openxmlformats.org/officeDocument/2006/relationships/notesSlide" Target="/ppt/notesSlides/notesSlide5.xml" Id="Rf6aa198237f84a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00226f6c54794" /><Relationship Type="http://schemas.openxmlformats.org/officeDocument/2006/relationships/notesSlide" Target="/ppt/notesSlides/notesSlide6.xml" Id="Rbbd006d41f5841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f6a857c1c48ba" /><Relationship Type="http://schemas.openxmlformats.org/officeDocument/2006/relationships/image" Target="/ppt/media/image4.png" Id="R12b62ad3ffc7482e" /><Relationship Type="http://schemas.openxmlformats.org/officeDocument/2006/relationships/image" Target="/ppt/media/image5.png" Id="R5f895669f6644fda" /><Relationship Type="http://schemas.openxmlformats.org/officeDocument/2006/relationships/notesSlide" Target="/ppt/notesSlides/notesSlide7.xml" Id="R66a756f1ff044f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4bb916f6d4983" /><Relationship Type="http://schemas.openxmlformats.org/officeDocument/2006/relationships/notesSlide" Target="/ppt/notesSlides/notesSlide8.xml" Id="Ra4f2e236ac0446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18DFD-B70C-436D-9069-85EA387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8"/>
                </a:solidFill>
              </a:defRPr>
            </a:pPr>
            <a:r>
              <a:rPr sz="510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EAE7E-AB3B-41B7-B4FC-3E17ED3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DA2"/>
                </a:solidFill>
              </a:defRPr>
            </a:pPr>
            <a:r>
              <a:rPr sz="1800" b="1">
                <a:solidFill>
                  <a:srgbClr val="0B4DA2"/>
                </a:solidFill>
              </a:rPr>
              <a:t>Movement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D2DF0-6531-439B-A842-A3604703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57F"/>
                </a:solidFill>
              </a:defRPr>
            </a:pPr>
            <a:r>
              <a:rPr sz="1800" b="0">
                <a:solidFill>
                  <a:srgbClr val="53657F"/>
                </a:solidFill>
              </a:rPr>
              <a:t>A privacy-aware fitness assistant for strict pose coaching, Bangladeshi diet planning, calorie review, and progress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B559-5FEF-4BCD-9676-1BB9B24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4810125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17dac3e074e53"/>
          <a:srcRect xmlns:a="http://schemas.openxmlformats.org/drawingml/2006/main" l="12678" t="0" r="126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933450"/>
            <a:ext cx="4429125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6547B-CD51-497B-9E91-6154FD8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57F"/>
                </a:solidFill>
              </a:defRPr>
            </a:pPr>
            <a:r>
              <a:rPr sz="1350" b="1">
                <a:solidFill>
                  <a:srgbClr val="53657F"/>
                </a:solidFill>
              </a:rPr>
              <a:t>Mindsparks 26 CodeFront Challenge</a:t>
            </a:r>
          </a:p>
        </p:txBody>
      </p:sp>
    </p:spTree>
    <p:extLst>
      <p:ext uri="{BB962C8B-B14F-4D97-AF65-F5344CB8AC3E}">
        <p14:creationId xmlns:p14="http://schemas.microsoft.com/office/powerpoint/2010/main" val="56074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5B64B-8857-43A3-B303-33AEC480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2BA1-314B-4846-8151-019121B5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702D4-55C7-4CBB-BB8B-E67DF02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CC376-44E2-49CC-93ED-8030476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Most fitness demos count movement, not correctness.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DAFBD-0297-4557-BDE4-B2F2899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BB176-386C-46A2-883D-699A5F9F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Noisy camera landmarks can turn random movement into false reps.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A6A11-8495-4032-9820-A9C436D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D41DF-007E-4E4F-98D9-D9DBAADD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Generic meal plans ignore familiar local foods and serving patterns.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98442-29C6-4A8E-83BD-61EC5C26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ED78A-F8FF-42CE-B2F1-EABBA13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First-time users need a guided path, not a wall of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F00FF-9324-47C9-81AD-D26BCDF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8575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458E9-5EB1-4CE9-8051-2D69C966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DA2"/>
                </a:solidFill>
              </a:defRPr>
            </a:pPr>
            <a:r>
              <a:rPr sz="1650" b="1">
                <a:solidFill>
                  <a:srgbClr val="0B4DA2"/>
                </a:solidFill>
              </a:rPr>
              <a:t>Product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B8CB3-C8AA-4F70-A589-29AB4F4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Prefer strict, explainable guidance over easy but unreliable counting.</a:t>
            </a:r>
          </a:p>
        </p:txBody>
      </p:sp>
    </p:spTree>
    <p:extLst>
      <p:ext uri="{BB962C8B-B14F-4D97-AF65-F5344CB8AC3E}">
        <p14:creationId xmlns:p14="http://schemas.microsoft.com/office/powerpoint/2010/main" val="1447024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C2ED8-29A3-403B-A38B-15EB28FF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7893D-A3E2-44DE-BD84-53B4ACD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D81C9-1FE6-4485-9619-A62A2FE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F7EB7-867B-4B4E-9B6A-FB45631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One coordinated coaching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51EB5-BD16-4D1F-B3EC-59C23207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EE3B6-0970-43A1-86AA-6A026203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59D1F-54EB-4367-B886-30A9FAF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C0D02-EF6E-4610-B543-6187027D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9CE1-698D-474E-A68C-7853F458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92B1D-3E7C-48A6-B75E-7C1DD3F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41A72-9CF4-4CD5-8ECE-144F8D96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831EE-8959-4541-8B76-AB40FE96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7D05-3642-4766-8E7C-3067F935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Nutrition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C456F-A15B-474E-898F-2359A3D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C93E8-A035-44FA-BBDF-9AC68A6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99926-C5FD-44A9-8C37-71B574A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7E8EB-EC8F-4895-BCE3-CF2DB0D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57F"/>
                </a:solidFill>
              </a:defRPr>
            </a:pPr>
            <a:r>
              <a:rPr sz="1800" b="0">
                <a:solidFill>
                  <a:srgbClr val="53657F"/>
                </a:solidFill>
              </a:rPr>
              <a:t>The refreshed UI keeps the next useful action visible while moving secondary detail into tabs and guided demo surfaces.</a:t>
            </a:r>
          </a:p>
        </p:txBody>
      </p:sp>
    </p:spTree>
    <p:extLst>
      <p:ext uri="{BB962C8B-B14F-4D97-AF65-F5344CB8AC3E}">
        <p14:creationId xmlns:p14="http://schemas.microsoft.com/office/powerpoint/2010/main" val="498547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CB3E27-95D7-4395-B261-EB57BAEB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9843-CB3E-48FE-8A3B-FA5DDFF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UI refresh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424B1-DFDC-4274-84F9-4DD32BB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A9F94-8DEA-4FA7-9AA3-3E74E51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A calmer first viewport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4652A-20DD-4DF7-82AD-4CFDE74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F"/>
                </a:solidFill>
              </a:defRPr>
            </a:pPr>
            <a:r>
              <a:rPr sz="1650" b="0">
                <a:solidFill>
                  <a:srgbClr val="53657F"/>
                </a:solidFill>
              </a:rPr>
              <a:t>The coach screen now has a compact intro, a dominant camera stage, a slim live readout rail, and hidden secondary tabs.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48505036a4c97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066800"/>
            <a:ext cx="659130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</p:spTree>
    <p:extLst>
      <p:ext uri="{BB962C8B-B14F-4D97-AF65-F5344CB8AC3E}">
        <p14:creationId xmlns:p14="http://schemas.microsoft.com/office/powerpoint/2010/main" val="954420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86826-1E42-494F-B9E2-28CC68B0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5C384-7431-4DD4-8DF2-250E4BA6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Demo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06C06-01E8-49AF-A07C-5C823501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5638E-25A7-49D2-9EF2-4CCB4BB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Show it in eight steps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00156fba64429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047750"/>
            <a:ext cx="642937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E34EE-5FBE-4115-B4B3-0261B66D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E6F8-DA29-402C-930E-43782CB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Start with onboarding and dashboard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7533A-5456-404E-9C96-3326E8A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E0B3B-73EB-439C-9356-F352EAEB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Demonstrate strict pose coaching and hidden diagnostics.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ADEE7-6CA3-4931-B29D-9780FC9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6454D-4A39-4C18-AB79-72AAC91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Move through exercise guidance, diet, calorie photo review, and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44F02-E33D-4E7A-9228-37296D4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76ECF-C78A-40DF-B066-4ED1C031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Close on the generated submission package.</a:t>
            </a:r>
          </a:p>
        </p:txBody>
      </p:sp>
    </p:spTree>
    <p:extLst>
      <p:ext uri="{BB962C8B-B14F-4D97-AF65-F5344CB8AC3E}">
        <p14:creationId xmlns:p14="http://schemas.microsoft.com/office/powerpoint/2010/main" val="1322628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67BD6-D3F2-412B-8174-16A0109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A1957-2E73-493F-8D4D-B4F2AB5F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Pose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FC1EF-B39D-4960-9479-DE18C179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9211E-4501-4759-84CC-9B158B9C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Strict reps over flattering reps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61898-8B09-4E4B-902B-E6F1FAC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6B069-F24D-495F-A8D3-388FE27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Confidence gate checks required landmarks before rep logic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95190-017A-4534-8179-A6D35BD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1E321-03DA-4D6D-AC68-0CD18E0F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Temporal state machine requires top, controlled descent, confirmed depth, ascent, and stable lockout.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917E8-4521-4CC9-A926-3A08251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F8383-B7A5-46AE-83AB-0FCA746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Bad distance, jitter, side switching, and incomplete depth pause the 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8E8CB-2ACF-4B03-BD50-3E7CEA0F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3206C-6D72-4BE8-9C31-7F859258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DA2"/>
                </a:solidFill>
              </a:defRPr>
            </a:pPr>
            <a:r>
              <a:rPr sz="1650" b="1">
                <a:solidFill>
                  <a:srgbClr val="0B4DA2"/>
                </a:solidFill>
              </a:rPr>
              <a:t>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0E37A-1B9C-4DD0-8155-53DBE003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5 valid reps count as 5. Waving, partial crouches, and camera movement count as 0.</a:t>
            </a:r>
          </a:p>
        </p:txBody>
      </p:sp>
    </p:spTree>
    <p:extLst>
      <p:ext uri="{BB962C8B-B14F-4D97-AF65-F5344CB8AC3E}">
        <p14:creationId xmlns:p14="http://schemas.microsoft.com/office/powerpoint/2010/main" val="958794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C845D-F0FF-4F7A-A0F9-714262D0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06D61-E159-47CF-84A2-D6F73BE5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F6F0C-9FE7-4E3B-A418-0E49D48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514FA-2CE8-42C5-A697-8C4AB68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Food planning and calorie review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62ad3ffc7482e"/>
          <a:srcRect xmlns:a="http://schemas.openxmlformats.org/drawingml/2006/main" l="0" t="334" r="0" b="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95669f6644fda"/>
          <a:srcRect xmlns:a="http://schemas.openxmlformats.org/drawingml/2006/main" l="0" t="334" r="0" b="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95262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B17B6-E0C9-45ED-9FEC-97D089A0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F"/>
                </a:solidFill>
              </a:defRPr>
            </a:pPr>
            <a:r>
              <a:rPr sz="1650" b="0">
                <a:solidFill>
                  <a:srgbClr val="53657F"/>
                </a:solidFill>
              </a:rPr>
              <a:t>Local meal examples plus cautious AI food estimates keep the product useful beyond the workout camera.</a:t>
            </a:r>
          </a:p>
        </p:txBody>
      </p:sp>
    </p:spTree>
    <p:extLst>
      <p:ext uri="{BB962C8B-B14F-4D97-AF65-F5344CB8AC3E}">
        <p14:creationId xmlns:p14="http://schemas.microsoft.com/office/powerpoint/2010/main" val="399741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8F278-08B6-4264-8EC9-D3A6C6BF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67210-DBF9-49B8-80A6-9720535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83A47-40D1-4517-9F52-96BC30E1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85BB4-CAC5-4C2D-AF6B-794B3F0F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Submission package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C2C9A-629D-434C-9610-8F1FC59A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EC1F8-C959-47FA-9A27-65584FD8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Live website URL: shorir-ai-production.up.railway.app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7744C-13AB-40C8-81E8-18C82A27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6AA10-17DC-49D9-AFF4-BD15C4FC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Demo route and MP4 walkthrough generated from live UI frames.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D3ED8-43AA-4B50-AD58-F8B3B88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35675-B7B2-412E-A7BF-3FBF10D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Project presentation and technical report regenerated from the same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AFB85-3522-4243-9292-D0DAFD85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A0393-88CA-46AA-A613-877A170B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Complete source ZIP packaged from the current committed workspace.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B8EA7-087D-4527-B347-5DE8202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DD69F-6870-4DD3-8DE0-1DD8EBA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9A35A"/>
                </a:solidFill>
              </a:defRPr>
            </a:pPr>
            <a:r>
              <a:rPr sz="2550" b="1">
                <a:solidFill>
                  <a:srgbClr val="29A35A"/>
                </a:solidFill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1962250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2026-06-25T19:30:20.2790000Z</dcterms:created>
  <dcterms:modified xsi:type="dcterms:W3CDTF">2026-06-25T19:30:20.2800000Z</dcterms:modified>
</coreProperties>
</file>